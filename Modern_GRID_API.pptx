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2" showSpecialPlsOnTitleSld="0" saveSubsetFonts="1" autoCompressPictures="0">
  <p:sldMasterIdLst>
    <p:sldMasterId id="2147483716" r:id="rId5"/>
  </p:sldMasterIdLst>
  <p:notesMasterIdLst>
    <p:notesMasterId r:id="rId21"/>
  </p:notesMasterIdLst>
  <p:handoutMasterIdLst>
    <p:handoutMasterId r:id="rId22"/>
  </p:handoutMasterIdLst>
  <p:sldIdLst>
    <p:sldId id="256" r:id="rId6"/>
    <p:sldId id="433" r:id="rId7"/>
    <p:sldId id="444" r:id="rId8"/>
    <p:sldId id="443" r:id="rId9"/>
    <p:sldId id="435" r:id="rId10"/>
    <p:sldId id="441" r:id="rId11"/>
    <p:sldId id="445" r:id="rId12"/>
    <p:sldId id="440" r:id="rId13"/>
    <p:sldId id="436" r:id="rId14"/>
    <p:sldId id="437" r:id="rId15"/>
    <p:sldId id="438" r:id="rId16"/>
    <p:sldId id="439" r:id="rId17"/>
    <p:sldId id="442" r:id="rId18"/>
    <p:sldId id="434" r:id="rId19"/>
    <p:sldId id="446" r:id="rId20"/>
  </p:sldIdLst>
  <p:sldSz cx="9144000" cy="6858000" type="screen4x3"/>
  <p:notesSz cx="7010400" cy="9296400"/>
  <p:defaultText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1" userDrawn="1">
          <p15:clr>
            <a:srgbClr val="A4A3A4"/>
          </p15:clr>
        </p15:guide>
        <p15:guide id="2" pos="3840">
          <p15:clr>
            <a:srgbClr val="A4A3A4"/>
          </p15:clr>
        </p15:guide>
        <p15:guide id="3"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08E84C-CD7B-42D3-8296-96F61BF36C22}" v="39" dt="2021-08-24T22:09:17.044"/>
    <p1510:client id="{F609965C-85BB-4A8E-9B55-972DC7835432}" v="118" dt="2021-08-25T20:09:49.9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99" autoAdjust="0"/>
    <p:restoredTop sz="95670" autoAdjust="0"/>
  </p:normalViewPr>
  <p:slideViewPr>
    <p:cSldViewPr snapToGrid="0" snapToObjects="1">
      <p:cViewPr>
        <p:scale>
          <a:sx n="100" d="100"/>
          <a:sy n="100" d="100"/>
        </p:scale>
        <p:origin x="2136" y="548"/>
      </p:cViewPr>
      <p:guideLst>
        <p:guide orient="horz" pos="741"/>
        <p:guide pos="384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mpinski, Rich" userId="5159d5aa-093e-46f4-807e-746712b394cc" providerId="ADAL" clId="{F609965C-85BB-4A8E-9B55-972DC7835432}"/>
    <pc:docChg chg="undo custSel addSld delSld modSld sldOrd">
      <pc:chgData name="Kempinski, Rich" userId="5159d5aa-093e-46f4-807e-746712b394cc" providerId="ADAL" clId="{F609965C-85BB-4A8E-9B55-972DC7835432}" dt="2021-08-25T20:11:04.401" v="14880" actId="1076"/>
      <pc:docMkLst>
        <pc:docMk/>
      </pc:docMkLst>
      <pc:sldChg chg="modSp">
        <pc:chgData name="Kempinski, Rich" userId="5159d5aa-093e-46f4-807e-746712b394cc" providerId="ADAL" clId="{F609965C-85BB-4A8E-9B55-972DC7835432}" dt="2021-08-25T13:56:56.794" v="5173" actId="20577"/>
        <pc:sldMkLst>
          <pc:docMk/>
          <pc:sldMk cId="829978991" sldId="256"/>
        </pc:sldMkLst>
        <pc:spChg chg="mod">
          <ac:chgData name="Kempinski, Rich" userId="5159d5aa-093e-46f4-807e-746712b394cc" providerId="ADAL" clId="{F609965C-85BB-4A8E-9B55-972DC7835432}" dt="2021-08-25T13:56:56.794" v="5173" actId="20577"/>
          <ac:spMkLst>
            <pc:docMk/>
            <pc:sldMk cId="829978991" sldId="256"/>
            <ac:spMk id="3" creationId="{00000000-0000-0000-0000-000000000000}"/>
          </ac:spMkLst>
        </pc:spChg>
      </pc:sldChg>
      <pc:sldChg chg="addSp modSp ord">
        <pc:chgData name="Kempinski, Rich" userId="5159d5aa-093e-46f4-807e-746712b394cc" providerId="ADAL" clId="{F609965C-85BB-4A8E-9B55-972DC7835432}" dt="2021-08-25T19:51:16.798" v="14116" actId="20577"/>
        <pc:sldMkLst>
          <pc:docMk/>
          <pc:sldMk cId="209579843" sldId="433"/>
        </pc:sldMkLst>
        <pc:spChg chg="mod">
          <ac:chgData name="Kempinski, Rich" userId="5159d5aa-093e-46f4-807e-746712b394cc" providerId="ADAL" clId="{F609965C-85BB-4A8E-9B55-972DC7835432}" dt="2021-08-25T19:51:06.404" v="14114" actId="20577"/>
          <ac:spMkLst>
            <pc:docMk/>
            <pc:sldMk cId="209579843" sldId="433"/>
            <ac:spMk id="2" creationId="{1548327B-FE73-4903-BB74-0D496D7E570F}"/>
          </ac:spMkLst>
        </pc:spChg>
        <pc:spChg chg="mod">
          <ac:chgData name="Kempinski, Rich" userId="5159d5aa-093e-46f4-807e-746712b394cc" providerId="ADAL" clId="{F609965C-85BB-4A8E-9B55-972DC7835432}" dt="2021-08-25T13:58:02.506" v="5254" actId="20577"/>
          <ac:spMkLst>
            <pc:docMk/>
            <pc:sldMk cId="209579843" sldId="433"/>
            <ac:spMk id="4" creationId="{B6F3D48E-E074-47EF-8AD7-9CBC58B994AD}"/>
          </ac:spMkLst>
        </pc:spChg>
        <pc:spChg chg="mod">
          <ac:chgData name="Kempinski, Rich" userId="5159d5aa-093e-46f4-807e-746712b394cc" providerId="ADAL" clId="{F609965C-85BB-4A8E-9B55-972DC7835432}" dt="2021-08-25T19:48:24.109" v="14003" actId="20577"/>
          <ac:spMkLst>
            <pc:docMk/>
            <pc:sldMk cId="209579843" sldId="433"/>
            <ac:spMk id="5" creationId="{088AA32D-F556-44B4-972E-D5D4ECC995E8}"/>
          </ac:spMkLst>
        </pc:spChg>
        <pc:spChg chg="add mod">
          <ac:chgData name="Kempinski, Rich" userId="5159d5aa-093e-46f4-807e-746712b394cc" providerId="ADAL" clId="{F609965C-85BB-4A8E-9B55-972DC7835432}" dt="2021-08-25T19:51:16.798" v="14116" actId="20577"/>
          <ac:spMkLst>
            <pc:docMk/>
            <pc:sldMk cId="209579843" sldId="433"/>
            <ac:spMk id="7" creationId="{5A458D1D-A385-45E1-9360-4C555905C3A2}"/>
          </ac:spMkLst>
        </pc:spChg>
      </pc:sldChg>
      <pc:sldChg chg="addSp modSp">
        <pc:chgData name="Kempinski, Rich" userId="5159d5aa-093e-46f4-807e-746712b394cc" providerId="ADAL" clId="{F609965C-85BB-4A8E-9B55-972DC7835432}" dt="2021-08-25T16:13:37.131" v="12429" actId="20577"/>
        <pc:sldMkLst>
          <pc:docMk/>
          <pc:sldMk cId="1795135557" sldId="434"/>
        </pc:sldMkLst>
        <pc:spChg chg="mod">
          <ac:chgData name="Kempinski, Rich" userId="5159d5aa-093e-46f4-807e-746712b394cc" providerId="ADAL" clId="{F609965C-85BB-4A8E-9B55-972DC7835432}" dt="2021-08-25T13:43:26.172" v="3939" actId="1076"/>
          <ac:spMkLst>
            <pc:docMk/>
            <pc:sldMk cId="1795135557" sldId="434"/>
            <ac:spMk id="3" creationId="{FFC60CBE-D42B-4500-87A5-56ACC317A458}"/>
          </ac:spMkLst>
        </pc:spChg>
        <pc:spChg chg="mod">
          <ac:chgData name="Kempinski, Rich" userId="5159d5aa-093e-46f4-807e-746712b394cc" providerId="ADAL" clId="{F609965C-85BB-4A8E-9B55-972DC7835432}" dt="2021-08-25T13:44:14.941" v="3942" actId="1076"/>
          <ac:spMkLst>
            <pc:docMk/>
            <pc:sldMk cId="1795135557" sldId="434"/>
            <ac:spMk id="4" creationId="{BC0AAFA7-CC97-4FFF-AD80-E67DF00D7293}"/>
          </ac:spMkLst>
        </pc:spChg>
        <pc:spChg chg="add mod">
          <ac:chgData name="Kempinski, Rich" userId="5159d5aa-093e-46f4-807e-746712b394cc" providerId="ADAL" clId="{F609965C-85BB-4A8E-9B55-972DC7835432}" dt="2021-08-25T13:44:09.565" v="3941" actId="1076"/>
          <ac:spMkLst>
            <pc:docMk/>
            <pc:sldMk cId="1795135557" sldId="434"/>
            <ac:spMk id="5" creationId="{518E769D-5EB6-4E1F-99CB-75EEA2B60D89}"/>
          </ac:spMkLst>
        </pc:spChg>
        <pc:spChg chg="mod">
          <ac:chgData name="Kempinski, Rich" userId="5159d5aa-093e-46f4-807e-746712b394cc" providerId="ADAL" clId="{F609965C-85BB-4A8E-9B55-972DC7835432}" dt="2021-08-25T16:13:37.131" v="12429" actId="20577"/>
          <ac:spMkLst>
            <pc:docMk/>
            <pc:sldMk cId="1795135557" sldId="434"/>
            <ac:spMk id="7" creationId="{60A0FCED-D3AA-468B-83F0-5B7537859065}"/>
          </ac:spMkLst>
        </pc:spChg>
      </pc:sldChg>
      <pc:sldChg chg="modSp">
        <pc:chgData name="Kempinski, Rich" userId="5159d5aa-093e-46f4-807e-746712b394cc" providerId="ADAL" clId="{F609965C-85BB-4A8E-9B55-972DC7835432}" dt="2021-08-25T20:02:11.417" v="14475" actId="113"/>
        <pc:sldMkLst>
          <pc:docMk/>
          <pc:sldMk cId="770860657" sldId="435"/>
        </pc:sldMkLst>
        <pc:spChg chg="mod">
          <ac:chgData name="Kempinski, Rich" userId="5159d5aa-093e-46f4-807e-746712b394cc" providerId="ADAL" clId="{F609965C-85BB-4A8E-9B55-972DC7835432}" dt="2021-08-25T20:01:08.392" v="14371" actId="20577"/>
          <ac:spMkLst>
            <pc:docMk/>
            <pc:sldMk cId="770860657" sldId="435"/>
            <ac:spMk id="2" creationId="{1548327B-FE73-4903-BB74-0D496D7E570F}"/>
          </ac:spMkLst>
        </pc:spChg>
        <pc:spChg chg="mod">
          <ac:chgData name="Kempinski, Rich" userId="5159d5aa-093e-46f4-807e-746712b394cc" providerId="ADAL" clId="{F609965C-85BB-4A8E-9B55-972DC7835432}" dt="2021-08-25T20:02:11.417" v="14475" actId="113"/>
          <ac:spMkLst>
            <pc:docMk/>
            <pc:sldMk cId="770860657" sldId="435"/>
            <ac:spMk id="7" creationId="{75A6F2C2-128C-4CBE-8D00-DF4E4D9E6F5B}"/>
          </ac:spMkLst>
        </pc:spChg>
      </pc:sldChg>
      <pc:sldChg chg="addSp modSp">
        <pc:chgData name="Kempinski, Rich" userId="5159d5aa-093e-46f4-807e-746712b394cc" providerId="ADAL" clId="{F609965C-85BB-4A8E-9B55-972DC7835432}" dt="2021-08-25T20:05:25.021" v="14609" actId="20577"/>
        <pc:sldMkLst>
          <pc:docMk/>
          <pc:sldMk cId="1098042405" sldId="436"/>
        </pc:sldMkLst>
        <pc:spChg chg="mod">
          <ac:chgData name="Kempinski, Rich" userId="5159d5aa-093e-46f4-807e-746712b394cc" providerId="ADAL" clId="{F609965C-85BB-4A8E-9B55-972DC7835432}" dt="2021-08-25T16:35:27.888" v="13167" actId="20577"/>
          <ac:spMkLst>
            <pc:docMk/>
            <pc:sldMk cId="1098042405" sldId="436"/>
            <ac:spMk id="9" creationId="{357437D5-7077-4E8E-BF54-899278BE3750}"/>
          </ac:spMkLst>
        </pc:spChg>
        <pc:spChg chg="mod">
          <ac:chgData name="Kempinski, Rich" userId="5159d5aa-093e-46f4-807e-746712b394cc" providerId="ADAL" clId="{F609965C-85BB-4A8E-9B55-972DC7835432}" dt="2021-08-25T20:05:25.021" v="14609" actId="20577"/>
          <ac:spMkLst>
            <pc:docMk/>
            <pc:sldMk cId="1098042405" sldId="436"/>
            <ac:spMk id="10" creationId="{CAB4C680-869E-451C-B2FA-7ED816C2CBBF}"/>
          </ac:spMkLst>
        </pc:spChg>
        <pc:graphicFrameChg chg="add mod modGraphic">
          <ac:chgData name="Kempinski, Rich" userId="5159d5aa-093e-46f4-807e-746712b394cc" providerId="ADAL" clId="{F609965C-85BB-4A8E-9B55-972DC7835432}" dt="2021-08-25T13:54:27.823" v="4872" actId="1076"/>
          <ac:graphicFrameMkLst>
            <pc:docMk/>
            <pc:sldMk cId="1098042405" sldId="436"/>
            <ac:graphicFrameMk id="2" creationId="{9C68A63B-0EE9-4FA9-8A7F-72CDB55660CF}"/>
          </ac:graphicFrameMkLst>
        </pc:graphicFrameChg>
      </pc:sldChg>
      <pc:sldChg chg="addSp modSp">
        <pc:chgData name="Kempinski, Rich" userId="5159d5aa-093e-46f4-807e-746712b394cc" providerId="ADAL" clId="{F609965C-85BB-4A8E-9B55-972DC7835432}" dt="2021-08-25T20:05:45.016" v="14611" actId="20577"/>
        <pc:sldMkLst>
          <pc:docMk/>
          <pc:sldMk cId="1957225039" sldId="437"/>
        </pc:sldMkLst>
        <pc:spChg chg="add mod">
          <ac:chgData name="Kempinski, Rich" userId="5159d5aa-093e-46f4-807e-746712b394cc" providerId="ADAL" clId="{F609965C-85BB-4A8E-9B55-972DC7835432}" dt="2021-08-25T16:38:30.562" v="13259" actId="20577"/>
          <ac:spMkLst>
            <pc:docMk/>
            <pc:sldMk cId="1957225039" sldId="437"/>
            <ac:spMk id="2" creationId="{B1F9629A-8207-441C-A4A0-2BBE88210F41}"/>
          </ac:spMkLst>
        </pc:spChg>
        <pc:spChg chg="mod">
          <ac:chgData name="Kempinski, Rich" userId="5159d5aa-093e-46f4-807e-746712b394cc" providerId="ADAL" clId="{F609965C-85BB-4A8E-9B55-972DC7835432}" dt="2021-08-25T16:38:24.667" v="13256" actId="20577"/>
          <ac:spMkLst>
            <pc:docMk/>
            <pc:sldMk cId="1957225039" sldId="437"/>
            <ac:spMk id="9" creationId="{922AA286-9E4F-437A-AEF7-DEEEF1A334B4}"/>
          </ac:spMkLst>
        </pc:spChg>
        <pc:spChg chg="mod">
          <ac:chgData name="Kempinski, Rich" userId="5159d5aa-093e-46f4-807e-746712b394cc" providerId="ADAL" clId="{F609965C-85BB-4A8E-9B55-972DC7835432}" dt="2021-08-25T20:05:45.016" v="14611" actId="20577"/>
          <ac:spMkLst>
            <pc:docMk/>
            <pc:sldMk cId="1957225039" sldId="437"/>
            <ac:spMk id="10" creationId="{BA588776-2641-424B-8A00-E67FDB029ABB}"/>
          </ac:spMkLst>
        </pc:spChg>
      </pc:sldChg>
      <pc:sldChg chg="modSp">
        <pc:chgData name="Kempinski, Rich" userId="5159d5aa-093e-46f4-807e-746712b394cc" providerId="ADAL" clId="{F609965C-85BB-4A8E-9B55-972DC7835432}" dt="2021-08-25T20:06:58.778" v="14639" actId="6549"/>
        <pc:sldMkLst>
          <pc:docMk/>
          <pc:sldMk cId="1952727688" sldId="438"/>
        </pc:sldMkLst>
        <pc:spChg chg="mod">
          <ac:chgData name="Kempinski, Rich" userId="5159d5aa-093e-46f4-807e-746712b394cc" providerId="ADAL" clId="{F609965C-85BB-4A8E-9B55-972DC7835432}" dt="2021-08-25T15:35:01.031" v="10198" actId="20577"/>
          <ac:spMkLst>
            <pc:docMk/>
            <pc:sldMk cId="1952727688" sldId="438"/>
            <ac:spMk id="4" creationId="{B6F3D48E-E074-47EF-8AD7-9CBC58B994AD}"/>
          </ac:spMkLst>
        </pc:spChg>
        <pc:spChg chg="mod">
          <ac:chgData name="Kempinski, Rich" userId="5159d5aa-093e-46f4-807e-746712b394cc" providerId="ADAL" clId="{F609965C-85BB-4A8E-9B55-972DC7835432}" dt="2021-08-25T20:06:33.901" v="14637" actId="20577"/>
          <ac:spMkLst>
            <pc:docMk/>
            <pc:sldMk cId="1952727688" sldId="438"/>
            <ac:spMk id="9" creationId="{0FADB3EA-606D-4364-AA2C-79BD4CA43A84}"/>
          </ac:spMkLst>
        </pc:spChg>
        <pc:spChg chg="mod">
          <ac:chgData name="Kempinski, Rich" userId="5159d5aa-093e-46f4-807e-746712b394cc" providerId="ADAL" clId="{F609965C-85BB-4A8E-9B55-972DC7835432}" dt="2021-08-25T20:06:58.778" v="14639" actId="6549"/>
          <ac:spMkLst>
            <pc:docMk/>
            <pc:sldMk cId="1952727688" sldId="438"/>
            <ac:spMk id="10" creationId="{2BE2A3C3-2CE7-4A57-8B55-DC9A62A7CAF4}"/>
          </ac:spMkLst>
        </pc:spChg>
      </pc:sldChg>
      <pc:sldChg chg="addSp delSp modSp">
        <pc:chgData name="Kempinski, Rich" userId="5159d5aa-093e-46f4-807e-746712b394cc" providerId="ADAL" clId="{F609965C-85BB-4A8E-9B55-972DC7835432}" dt="2021-08-25T20:08:39.012" v="14751" actId="6549"/>
        <pc:sldMkLst>
          <pc:docMk/>
          <pc:sldMk cId="4162386886" sldId="439"/>
        </pc:sldMkLst>
        <pc:spChg chg="add del mod">
          <ac:chgData name="Kempinski, Rich" userId="5159d5aa-093e-46f4-807e-746712b394cc" providerId="ADAL" clId="{F609965C-85BB-4A8E-9B55-972DC7835432}" dt="2021-08-25T15:39:55.234" v="10389" actId="478"/>
          <ac:spMkLst>
            <pc:docMk/>
            <pc:sldMk cId="4162386886" sldId="439"/>
            <ac:spMk id="7" creationId="{433C951C-A73C-4AD3-A16F-07DBF3F34D97}"/>
          </ac:spMkLst>
        </pc:spChg>
        <pc:spChg chg="del">
          <ac:chgData name="Kempinski, Rich" userId="5159d5aa-093e-46f4-807e-746712b394cc" providerId="ADAL" clId="{F609965C-85BB-4A8E-9B55-972DC7835432}" dt="2021-08-25T15:39:52.499" v="10388" actId="478"/>
          <ac:spMkLst>
            <pc:docMk/>
            <pc:sldMk cId="4162386886" sldId="439"/>
            <ac:spMk id="9" creationId="{2A48A3CC-70AC-4A4D-BF8B-5967238F9462}"/>
          </ac:spMkLst>
        </pc:spChg>
        <pc:spChg chg="mod">
          <ac:chgData name="Kempinski, Rich" userId="5159d5aa-093e-46f4-807e-746712b394cc" providerId="ADAL" clId="{F609965C-85BB-4A8E-9B55-972DC7835432}" dt="2021-08-25T20:08:39.012" v="14751" actId="6549"/>
          <ac:spMkLst>
            <pc:docMk/>
            <pc:sldMk cId="4162386886" sldId="439"/>
            <ac:spMk id="10" creationId="{3379648E-9518-44C1-BF30-AB0E7577BEDA}"/>
          </ac:spMkLst>
        </pc:spChg>
      </pc:sldChg>
      <pc:sldChg chg="modSp">
        <pc:chgData name="Kempinski, Rich" userId="5159d5aa-093e-46f4-807e-746712b394cc" providerId="ADAL" clId="{F609965C-85BB-4A8E-9B55-972DC7835432}" dt="2021-08-25T20:05:00.643" v="14608" actId="313"/>
        <pc:sldMkLst>
          <pc:docMk/>
          <pc:sldMk cId="997480986" sldId="440"/>
        </pc:sldMkLst>
        <pc:spChg chg="mod">
          <ac:chgData name="Kempinski, Rich" userId="5159d5aa-093e-46f4-807e-746712b394cc" providerId="ADAL" clId="{F609965C-85BB-4A8E-9B55-972DC7835432}" dt="2021-08-25T20:04:04.672" v="14586" actId="20577"/>
          <ac:spMkLst>
            <pc:docMk/>
            <pc:sldMk cId="997480986" sldId="440"/>
            <ac:spMk id="9" creationId="{9E769B24-0E1A-4073-B258-C5D27519666A}"/>
          </ac:spMkLst>
        </pc:spChg>
        <pc:spChg chg="mod">
          <ac:chgData name="Kempinski, Rich" userId="5159d5aa-093e-46f4-807e-746712b394cc" providerId="ADAL" clId="{F609965C-85BB-4A8E-9B55-972DC7835432}" dt="2021-08-25T20:05:00.643" v="14608" actId="313"/>
          <ac:spMkLst>
            <pc:docMk/>
            <pc:sldMk cId="997480986" sldId="440"/>
            <ac:spMk id="10" creationId="{2DF1607F-96C3-4327-8F2C-1D579C503B66}"/>
          </ac:spMkLst>
        </pc:spChg>
      </pc:sldChg>
      <pc:sldChg chg="addSp modSp">
        <pc:chgData name="Kempinski, Rich" userId="5159d5aa-093e-46f4-807e-746712b394cc" providerId="ADAL" clId="{F609965C-85BB-4A8E-9B55-972DC7835432}" dt="2021-08-25T20:03:08.631" v="14531" actId="20577"/>
        <pc:sldMkLst>
          <pc:docMk/>
          <pc:sldMk cId="3486037825" sldId="441"/>
        </pc:sldMkLst>
        <pc:spChg chg="mod">
          <ac:chgData name="Kempinski, Rich" userId="5159d5aa-093e-46f4-807e-746712b394cc" providerId="ADAL" clId="{F609965C-85BB-4A8E-9B55-972DC7835432}" dt="2021-08-25T14:58:58.341" v="8173" actId="20577"/>
          <ac:spMkLst>
            <pc:docMk/>
            <pc:sldMk cId="3486037825" sldId="441"/>
            <ac:spMk id="9" creationId="{74E7CA84-79D3-414E-86A2-F468790A80BA}"/>
          </ac:spMkLst>
        </pc:spChg>
        <pc:spChg chg="mod">
          <ac:chgData name="Kempinski, Rich" userId="5159d5aa-093e-46f4-807e-746712b394cc" providerId="ADAL" clId="{F609965C-85BB-4A8E-9B55-972DC7835432}" dt="2021-08-25T20:02:39.967" v="14500" actId="20577"/>
          <ac:spMkLst>
            <pc:docMk/>
            <pc:sldMk cId="3486037825" sldId="441"/>
            <ac:spMk id="10" creationId="{0C085579-83F2-4075-AA32-D1E761E300B7}"/>
          </ac:spMkLst>
        </pc:spChg>
        <pc:graphicFrameChg chg="add mod modGraphic">
          <ac:chgData name="Kempinski, Rich" userId="5159d5aa-093e-46f4-807e-746712b394cc" providerId="ADAL" clId="{F609965C-85BB-4A8E-9B55-972DC7835432}" dt="2021-08-25T20:03:08.631" v="14531" actId="20577"/>
          <ac:graphicFrameMkLst>
            <pc:docMk/>
            <pc:sldMk cId="3486037825" sldId="441"/>
            <ac:graphicFrameMk id="8" creationId="{1AEC4C07-18D3-411F-B5B7-15EDC27FB9BE}"/>
          </ac:graphicFrameMkLst>
        </pc:graphicFrameChg>
      </pc:sldChg>
      <pc:sldChg chg="modSp add">
        <pc:chgData name="Kempinski, Rich" userId="5159d5aa-093e-46f4-807e-746712b394cc" providerId="ADAL" clId="{F609965C-85BB-4A8E-9B55-972DC7835432}" dt="2021-08-25T20:09:30.292" v="14758" actId="20577"/>
        <pc:sldMkLst>
          <pc:docMk/>
          <pc:sldMk cId="1786560545" sldId="443"/>
        </pc:sldMkLst>
        <pc:spChg chg="mod">
          <ac:chgData name="Kempinski, Rich" userId="5159d5aa-093e-46f4-807e-746712b394cc" providerId="ADAL" clId="{F609965C-85BB-4A8E-9B55-972DC7835432}" dt="2021-08-25T20:09:11.092" v="14755"/>
          <ac:spMkLst>
            <pc:docMk/>
            <pc:sldMk cId="1786560545" sldId="443"/>
            <ac:spMk id="2" creationId="{1548327B-FE73-4903-BB74-0D496D7E570F}"/>
          </ac:spMkLst>
        </pc:spChg>
        <pc:spChg chg="mod">
          <ac:chgData name="Kempinski, Rich" userId="5159d5aa-093e-46f4-807e-746712b394cc" providerId="ADAL" clId="{F609965C-85BB-4A8E-9B55-972DC7835432}" dt="2021-08-25T14:51:24.580" v="7681" actId="20577"/>
          <ac:spMkLst>
            <pc:docMk/>
            <pc:sldMk cId="1786560545" sldId="443"/>
            <ac:spMk id="4" creationId="{B6F3D48E-E074-47EF-8AD7-9CBC58B994AD}"/>
          </ac:spMkLst>
        </pc:spChg>
        <pc:spChg chg="mod">
          <ac:chgData name="Kempinski, Rich" userId="5159d5aa-093e-46f4-807e-746712b394cc" providerId="ADAL" clId="{F609965C-85BB-4A8E-9B55-972DC7835432}" dt="2021-08-25T20:09:30.292" v="14758" actId="20577"/>
          <ac:spMkLst>
            <pc:docMk/>
            <pc:sldMk cId="1786560545" sldId="443"/>
            <ac:spMk id="5" creationId="{088AA32D-F556-44B4-972E-D5D4ECC995E8}"/>
          </ac:spMkLst>
        </pc:spChg>
      </pc:sldChg>
      <pc:sldChg chg="modSp add del">
        <pc:chgData name="Kempinski, Rich" userId="5159d5aa-093e-46f4-807e-746712b394cc" providerId="ADAL" clId="{F609965C-85BB-4A8E-9B55-972DC7835432}" dt="2021-08-25T13:06:27.102" v="1611" actId="2696"/>
        <pc:sldMkLst>
          <pc:docMk/>
          <pc:sldMk cId="1851639169" sldId="443"/>
        </pc:sldMkLst>
        <pc:spChg chg="mod">
          <ac:chgData name="Kempinski, Rich" userId="5159d5aa-093e-46f4-807e-746712b394cc" providerId="ADAL" clId="{F609965C-85BB-4A8E-9B55-972DC7835432}" dt="2021-08-25T12:51:13.970" v="113" actId="20577"/>
          <ac:spMkLst>
            <pc:docMk/>
            <pc:sldMk cId="1851639169" sldId="443"/>
            <ac:spMk id="3" creationId="{CAAA4D51-FF7B-41F9-A181-790D3BD37E4E}"/>
          </ac:spMkLst>
        </pc:spChg>
        <pc:spChg chg="mod">
          <ac:chgData name="Kempinski, Rich" userId="5159d5aa-093e-46f4-807e-746712b394cc" providerId="ADAL" clId="{F609965C-85BB-4A8E-9B55-972DC7835432}" dt="2021-08-25T12:51:18.697" v="114" actId="1076"/>
          <ac:spMkLst>
            <pc:docMk/>
            <pc:sldMk cId="1851639169" sldId="443"/>
            <ac:spMk id="4" creationId="{55746FB3-80A3-484C-B974-49E27DB0DC7E}"/>
          </ac:spMkLst>
        </pc:spChg>
      </pc:sldChg>
      <pc:sldChg chg="addSp modSp add">
        <pc:chgData name="Kempinski, Rich" userId="5159d5aa-093e-46f4-807e-746712b394cc" providerId="ADAL" clId="{F609965C-85BB-4A8E-9B55-972DC7835432}" dt="2021-08-25T20:00:32.633" v="14329"/>
        <pc:sldMkLst>
          <pc:docMk/>
          <pc:sldMk cId="1329684394" sldId="444"/>
        </pc:sldMkLst>
        <pc:spChg chg="mod">
          <ac:chgData name="Kempinski, Rich" userId="5159d5aa-093e-46f4-807e-746712b394cc" providerId="ADAL" clId="{F609965C-85BB-4A8E-9B55-972DC7835432}" dt="2021-08-25T19:59:05.217" v="14275" actId="20577"/>
          <ac:spMkLst>
            <pc:docMk/>
            <pc:sldMk cId="1329684394" sldId="444"/>
            <ac:spMk id="2" creationId="{1548327B-FE73-4903-BB74-0D496D7E570F}"/>
          </ac:spMkLst>
        </pc:spChg>
        <pc:spChg chg="mod">
          <ac:chgData name="Kempinski, Rich" userId="5159d5aa-093e-46f4-807e-746712b394cc" providerId="ADAL" clId="{F609965C-85BB-4A8E-9B55-972DC7835432}" dt="2021-08-25T19:51:31.748" v="14119" actId="20577"/>
          <ac:spMkLst>
            <pc:docMk/>
            <pc:sldMk cId="1329684394" sldId="444"/>
            <ac:spMk id="4" creationId="{B6F3D48E-E074-47EF-8AD7-9CBC58B994AD}"/>
          </ac:spMkLst>
        </pc:spChg>
        <pc:spChg chg="mod">
          <ac:chgData name="Kempinski, Rich" userId="5159d5aa-093e-46f4-807e-746712b394cc" providerId="ADAL" clId="{F609965C-85BB-4A8E-9B55-972DC7835432}" dt="2021-08-25T15:36:41.826" v="10282" actId="6549"/>
          <ac:spMkLst>
            <pc:docMk/>
            <pc:sldMk cId="1329684394" sldId="444"/>
            <ac:spMk id="5" creationId="{088AA32D-F556-44B4-972E-D5D4ECC995E8}"/>
          </ac:spMkLst>
        </pc:spChg>
        <pc:graphicFrameChg chg="add mod modGraphic">
          <ac:chgData name="Kempinski, Rich" userId="5159d5aa-093e-46f4-807e-746712b394cc" providerId="ADAL" clId="{F609965C-85BB-4A8E-9B55-972DC7835432}" dt="2021-08-25T20:00:32.633" v="14329"/>
          <ac:graphicFrameMkLst>
            <pc:docMk/>
            <pc:sldMk cId="1329684394" sldId="444"/>
            <ac:graphicFrameMk id="7" creationId="{5F8D8F1F-5577-497A-B1A9-086DCFA41C68}"/>
          </ac:graphicFrameMkLst>
        </pc:graphicFrameChg>
      </pc:sldChg>
      <pc:sldChg chg="modSp add del ord">
        <pc:chgData name="Kempinski, Rich" userId="5159d5aa-093e-46f4-807e-746712b394cc" providerId="ADAL" clId="{F609965C-85BB-4A8E-9B55-972DC7835432}" dt="2021-08-25T13:08:55.229" v="1910" actId="2696"/>
        <pc:sldMkLst>
          <pc:docMk/>
          <pc:sldMk cId="3599872282" sldId="444"/>
        </pc:sldMkLst>
        <pc:spChg chg="mod">
          <ac:chgData name="Kempinski, Rich" userId="5159d5aa-093e-46f4-807e-746712b394cc" providerId="ADAL" clId="{F609965C-85BB-4A8E-9B55-972DC7835432}" dt="2021-08-25T13:08:49.857" v="1909" actId="20577"/>
          <ac:spMkLst>
            <pc:docMk/>
            <pc:sldMk cId="3599872282" sldId="444"/>
            <ac:spMk id="2" creationId="{1548327B-FE73-4903-BB74-0D496D7E570F}"/>
          </ac:spMkLst>
        </pc:spChg>
        <pc:spChg chg="mod">
          <ac:chgData name="Kempinski, Rich" userId="5159d5aa-093e-46f4-807e-746712b394cc" providerId="ADAL" clId="{F609965C-85BB-4A8E-9B55-972DC7835432}" dt="2021-08-25T12:51:38.657" v="129" actId="20577"/>
          <ac:spMkLst>
            <pc:docMk/>
            <pc:sldMk cId="3599872282" sldId="444"/>
            <ac:spMk id="4" creationId="{B6F3D48E-E074-47EF-8AD7-9CBC58B994AD}"/>
          </ac:spMkLst>
        </pc:spChg>
      </pc:sldChg>
      <pc:sldChg chg="addSp delSp modSp add">
        <pc:chgData name="Kempinski, Rich" userId="5159d5aa-093e-46f4-807e-746712b394cc" providerId="ADAL" clId="{F609965C-85BB-4A8E-9B55-972DC7835432}" dt="2021-08-25T20:03:39.223" v="14576" actId="20577"/>
        <pc:sldMkLst>
          <pc:docMk/>
          <pc:sldMk cId="1687867482" sldId="445"/>
        </pc:sldMkLst>
        <pc:spChg chg="mod">
          <ac:chgData name="Kempinski, Rich" userId="5159d5aa-093e-46f4-807e-746712b394cc" providerId="ADAL" clId="{F609965C-85BB-4A8E-9B55-972DC7835432}" dt="2021-08-25T20:03:39.223" v="14576" actId="20577"/>
          <ac:spMkLst>
            <pc:docMk/>
            <pc:sldMk cId="1687867482" sldId="445"/>
            <ac:spMk id="4" creationId="{B6F3D48E-E074-47EF-8AD7-9CBC58B994AD}"/>
          </ac:spMkLst>
        </pc:spChg>
        <pc:spChg chg="add del mod">
          <ac:chgData name="Kempinski, Rich" userId="5159d5aa-093e-46f4-807e-746712b394cc" providerId="ADAL" clId="{F609965C-85BB-4A8E-9B55-972DC7835432}" dt="2021-08-25T15:05:49.019" v="8744"/>
          <ac:spMkLst>
            <pc:docMk/>
            <pc:sldMk cId="1687867482" sldId="445"/>
            <ac:spMk id="7" creationId="{372225D9-8176-4D8F-A657-0D7C5B499C8D}"/>
          </ac:spMkLst>
        </pc:spChg>
        <pc:spChg chg="del">
          <ac:chgData name="Kempinski, Rich" userId="5159d5aa-093e-46f4-807e-746712b394cc" providerId="ADAL" clId="{F609965C-85BB-4A8E-9B55-972DC7835432}" dt="2021-08-25T15:05:28.552" v="8735" actId="478"/>
          <ac:spMkLst>
            <pc:docMk/>
            <pc:sldMk cId="1687867482" sldId="445"/>
            <ac:spMk id="9" creationId="{74E7CA84-79D3-414E-86A2-F468790A80BA}"/>
          </ac:spMkLst>
        </pc:spChg>
        <pc:spChg chg="del">
          <ac:chgData name="Kempinski, Rich" userId="5159d5aa-093e-46f4-807e-746712b394cc" providerId="ADAL" clId="{F609965C-85BB-4A8E-9B55-972DC7835432}" dt="2021-08-25T15:06:00.550" v="8746" actId="478"/>
          <ac:spMkLst>
            <pc:docMk/>
            <pc:sldMk cId="1687867482" sldId="445"/>
            <ac:spMk id="10" creationId="{0C085579-83F2-4075-AA32-D1E761E300B7}"/>
          </ac:spMkLst>
        </pc:spChg>
        <pc:spChg chg="add del mod">
          <ac:chgData name="Kempinski, Rich" userId="5159d5aa-093e-46f4-807e-746712b394cc" providerId="ADAL" clId="{F609965C-85BB-4A8E-9B55-972DC7835432}" dt="2021-08-25T15:18:04.281" v="8791" actId="478"/>
          <ac:spMkLst>
            <pc:docMk/>
            <pc:sldMk cId="1687867482" sldId="445"/>
            <ac:spMk id="13" creationId="{488B5081-3E82-4AED-AAC2-FBDCE962D0EE}"/>
          </ac:spMkLst>
        </pc:spChg>
        <pc:spChg chg="add mod">
          <ac:chgData name="Kempinski, Rich" userId="5159d5aa-093e-46f4-807e-746712b394cc" providerId="ADAL" clId="{F609965C-85BB-4A8E-9B55-972DC7835432}" dt="2021-08-25T16:09:41.535" v="12191" actId="1076"/>
          <ac:spMkLst>
            <pc:docMk/>
            <pc:sldMk cId="1687867482" sldId="445"/>
            <ac:spMk id="14" creationId="{1FD5C847-AF50-4803-B2F8-522CB48BE7DC}"/>
          </ac:spMkLst>
        </pc:spChg>
        <pc:graphicFrameChg chg="mod modGraphic">
          <ac:chgData name="Kempinski, Rich" userId="5159d5aa-093e-46f4-807e-746712b394cc" providerId="ADAL" clId="{F609965C-85BB-4A8E-9B55-972DC7835432}" dt="2021-08-25T16:10:31.945" v="12267" actId="20577"/>
          <ac:graphicFrameMkLst>
            <pc:docMk/>
            <pc:sldMk cId="1687867482" sldId="445"/>
            <ac:graphicFrameMk id="8" creationId="{1AEC4C07-18D3-411F-B5B7-15EDC27FB9BE}"/>
          </ac:graphicFrameMkLst>
        </pc:graphicFrameChg>
        <pc:graphicFrameChg chg="add del mod">
          <ac:chgData name="Kempinski, Rich" userId="5159d5aa-093e-46f4-807e-746712b394cc" providerId="ADAL" clId="{F609965C-85BB-4A8E-9B55-972DC7835432}" dt="2021-08-25T15:18:00.868" v="8790" actId="478"/>
          <ac:graphicFrameMkLst>
            <pc:docMk/>
            <pc:sldMk cId="1687867482" sldId="445"/>
            <ac:graphicFrameMk id="11" creationId="{0C6CB8F9-6EAF-4363-AA6D-20C398C1CE5F}"/>
          </ac:graphicFrameMkLst>
        </pc:graphicFrameChg>
      </pc:sldChg>
      <pc:sldChg chg="delSp modSp add">
        <pc:chgData name="Kempinski, Rich" userId="5159d5aa-093e-46f4-807e-746712b394cc" providerId="ADAL" clId="{F609965C-85BB-4A8E-9B55-972DC7835432}" dt="2021-08-25T20:11:04.401" v="14880" actId="1076"/>
        <pc:sldMkLst>
          <pc:docMk/>
          <pc:sldMk cId="3134256032" sldId="446"/>
        </pc:sldMkLst>
        <pc:spChg chg="mod">
          <ac:chgData name="Kempinski, Rich" userId="5159d5aa-093e-46f4-807e-746712b394cc" providerId="ADAL" clId="{F609965C-85BB-4A8E-9B55-972DC7835432}" dt="2021-08-25T20:10:04.531" v="14783" actId="20577"/>
          <ac:spMkLst>
            <pc:docMk/>
            <pc:sldMk cId="3134256032" sldId="446"/>
            <ac:spMk id="3" creationId="{FFC60CBE-D42B-4500-87A5-56ACC317A458}"/>
          </ac:spMkLst>
        </pc:spChg>
        <pc:spChg chg="mod">
          <ac:chgData name="Kempinski, Rich" userId="5159d5aa-093e-46f4-807e-746712b394cc" providerId="ADAL" clId="{F609965C-85BB-4A8E-9B55-972DC7835432}" dt="2021-08-25T20:10:55.850" v="14879" actId="20577"/>
          <ac:spMkLst>
            <pc:docMk/>
            <pc:sldMk cId="3134256032" sldId="446"/>
            <ac:spMk id="4" creationId="{BC0AAFA7-CC97-4FFF-AD80-E67DF00D7293}"/>
          </ac:spMkLst>
        </pc:spChg>
        <pc:spChg chg="del">
          <ac:chgData name="Kempinski, Rich" userId="5159d5aa-093e-46f4-807e-746712b394cc" providerId="ADAL" clId="{F609965C-85BB-4A8E-9B55-972DC7835432}" dt="2021-08-25T20:10:08.915" v="14784" actId="478"/>
          <ac:spMkLst>
            <pc:docMk/>
            <pc:sldMk cId="3134256032" sldId="446"/>
            <ac:spMk id="5" creationId="{518E769D-5EB6-4E1F-99CB-75EEA2B60D89}"/>
          </ac:spMkLst>
        </pc:spChg>
        <pc:spChg chg="mod">
          <ac:chgData name="Kempinski, Rich" userId="5159d5aa-093e-46f4-807e-746712b394cc" providerId="ADAL" clId="{F609965C-85BB-4A8E-9B55-972DC7835432}" dt="2021-08-25T20:11:04.401" v="14880" actId="1076"/>
          <ac:spMkLst>
            <pc:docMk/>
            <pc:sldMk cId="3134256032" sldId="446"/>
            <ac:spMk id="7" creationId="{60A0FCED-D3AA-468B-83F0-5B753785906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DE8A4754-911F-AC41-A824-91DA1B8FA50B}" type="datetimeFigureOut">
              <a:rPr lang="en-US" smtClean="0"/>
              <a:t>8/25/2021</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769FCDCD-E9B1-454F-9FB4-9225198F3A90}" type="slidenum">
              <a:rPr lang="en-US" smtClean="0"/>
              <a:t>‹#›</a:t>
            </a:fld>
            <a:endParaRPr lang="en-US"/>
          </a:p>
        </p:txBody>
      </p:sp>
    </p:spTree>
    <p:extLst>
      <p:ext uri="{BB962C8B-B14F-4D97-AF65-F5344CB8AC3E}">
        <p14:creationId xmlns:p14="http://schemas.microsoft.com/office/powerpoint/2010/main" val="24553940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290F9559-3A8F-9C4B-A8FD-B97B398BF768}" type="datetimeFigureOut">
              <a:rPr lang="en-US" smtClean="0"/>
              <a:t>8/25/2021</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FBBB689-3E0F-4241-AE49-BB02816D0918}" type="slidenum">
              <a:rPr lang="en-US" smtClean="0"/>
              <a:t>‹#›</a:t>
            </a:fld>
            <a:endParaRPr lang="en-US"/>
          </a:p>
        </p:txBody>
      </p:sp>
    </p:spTree>
    <p:extLst>
      <p:ext uri="{BB962C8B-B14F-4D97-AF65-F5344CB8AC3E}">
        <p14:creationId xmlns:p14="http://schemas.microsoft.com/office/powerpoint/2010/main" val="1764262622"/>
      </p:ext>
    </p:extLst>
  </p:cSld>
  <p:clrMap bg1="lt1" tx1="dk1" bg2="lt2" tx2="dk2" accent1="accent1" accent2="accent2" accent3="accent3" accent4="accent4" accent5="accent5" accent6="accent6" hlink="hlink" folHlink="folHlink"/>
  <p:hf hdr="0" ftr="0" dt="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3" name="Picture 12"/>
          <p:cNvPicPr preferRelativeResize="0">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93346" y="947484"/>
            <a:ext cx="1735807" cy="159342"/>
          </a:xfrm>
          <a:prstGeom prst="rect">
            <a:avLst/>
          </a:prstGeom>
        </p:spPr>
      </p:pic>
      <p:pic>
        <p:nvPicPr>
          <p:cNvPr id="14" name="Picture 13"/>
          <p:cNvPicPr>
            <a:picLocks noChangeAspect="1"/>
          </p:cNvPicPr>
          <p:nvPr userDrawn="1"/>
        </p:nvPicPr>
        <p:blipFill rotWithShape="1">
          <a:blip r:embed="rId3">
            <a:extLst>
              <a:ext uri="{28A0092B-C50C-407E-A947-70E740481C1C}">
                <a14:useLocalDpi xmlns:a14="http://schemas.microsoft.com/office/drawing/2010/main" val="0"/>
              </a:ext>
            </a:extLst>
          </a:blip>
          <a:srcRect l="9854" t="25599" r="9369" b="25265"/>
          <a:stretch/>
        </p:blipFill>
        <p:spPr>
          <a:xfrm>
            <a:off x="540160" y="674175"/>
            <a:ext cx="2200588" cy="520139"/>
          </a:xfrm>
          <a:prstGeom prst="rect">
            <a:avLst/>
          </a:prstGeom>
        </p:spPr>
      </p:pic>
      <p:sp>
        <p:nvSpPr>
          <p:cNvPr id="16" name="Rectangle 15"/>
          <p:cNvSpPr/>
          <p:nvPr userDrawn="1"/>
        </p:nvSpPr>
        <p:spPr>
          <a:xfrm>
            <a:off x="0" y="6444021"/>
            <a:ext cx="5945444" cy="4203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8" name="Rectangle 17"/>
          <p:cNvSpPr/>
          <p:nvPr userDrawn="1"/>
        </p:nvSpPr>
        <p:spPr>
          <a:xfrm>
            <a:off x="5945443" y="6444021"/>
            <a:ext cx="918088" cy="4203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9" name="Rectangle 18"/>
          <p:cNvSpPr/>
          <p:nvPr userDrawn="1"/>
        </p:nvSpPr>
        <p:spPr>
          <a:xfrm>
            <a:off x="6863530" y="6444021"/>
            <a:ext cx="1852908" cy="4203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20" name="Rectangle 19"/>
          <p:cNvSpPr/>
          <p:nvPr userDrawn="1"/>
        </p:nvSpPr>
        <p:spPr>
          <a:xfrm>
            <a:off x="8716436" y="6444021"/>
            <a:ext cx="427564" cy="4203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21" name="Title 1"/>
          <p:cNvSpPr>
            <a:spLocks noGrp="1"/>
          </p:cNvSpPr>
          <p:nvPr>
            <p:ph type="ctrTitle"/>
          </p:nvPr>
        </p:nvSpPr>
        <p:spPr>
          <a:xfrm>
            <a:off x="483013" y="3704884"/>
            <a:ext cx="8146141" cy="774216"/>
          </a:xfrm>
        </p:spPr>
        <p:txBody>
          <a:bodyPr anchor="t">
            <a:noAutofit/>
          </a:bodyPr>
          <a:lstStyle>
            <a:lvl1pPr algn="l">
              <a:lnSpc>
                <a:spcPct val="100000"/>
              </a:lnSpc>
              <a:defRPr sz="3000"/>
            </a:lvl1pPr>
          </a:lstStyle>
          <a:p>
            <a:r>
              <a:rPr lang="en-US" dirty="0"/>
              <a:t>Click to edit Master title style</a:t>
            </a:r>
          </a:p>
        </p:txBody>
      </p:sp>
      <p:sp>
        <p:nvSpPr>
          <p:cNvPr id="22" name="Subtitle 2"/>
          <p:cNvSpPr>
            <a:spLocks noGrp="1"/>
          </p:cNvSpPr>
          <p:nvPr>
            <p:ph type="subTitle" idx="1" hasCustomPrompt="1"/>
          </p:nvPr>
        </p:nvSpPr>
        <p:spPr>
          <a:xfrm>
            <a:off x="483013" y="4577048"/>
            <a:ext cx="4736688" cy="325152"/>
          </a:xfrm>
        </p:spPr>
        <p:txBody>
          <a:bodyPr tIns="0" bIns="0" anchor="ctr" anchorCtr="0">
            <a:noAutofit/>
          </a:bodyPr>
          <a:lstStyle>
            <a:lvl1pPr marL="0" indent="0" algn="l">
              <a:lnSpc>
                <a:spcPct val="100000"/>
              </a:lnSpc>
              <a:buNone/>
              <a:defRPr sz="1800" b="1" i="0">
                <a:solidFill>
                  <a:schemeClr val="tx1"/>
                </a:solidFill>
              </a:defRPr>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Presenter’s Name</a:t>
            </a:r>
          </a:p>
        </p:txBody>
      </p:sp>
      <p:sp>
        <p:nvSpPr>
          <p:cNvPr id="24" name="Content Placeholder 16"/>
          <p:cNvSpPr>
            <a:spLocks noGrp="1"/>
          </p:cNvSpPr>
          <p:nvPr>
            <p:ph sz="quarter" idx="10" hasCustomPrompt="1"/>
          </p:nvPr>
        </p:nvSpPr>
        <p:spPr>
          <a:xfrm>
            <a:off x="483013" y="4953001"/>
            <a:ext cx="4736688" cy="298450"/>
          </a:xfrm>
        </p:spPr>
        <p:txBody>
          <a:bodyPr tIns="0" bIns="0" anchor="ctr" anchorCtr="0">
            <a:noAutofit/>
          </a:bodyPr>
          <a:lstStyle>
            <a:lvl1pPr>
              <a:lnSpc>
                <a:spcPct val="100000"/>
              </a:lnSpc>
              <a:defRPr sz="1800"/>
            </a:lvl1pPr>
          </a:lstStyle>
          <a:p>
            <a:pPr lvl="0"/>
            <a:r>
              <a:rPr lang="en-US" dirty="0"/>
              <a:t>Department</a:t>
            </a:r>
          </a:p>
        </p:txBody>
      </p:sp>
      <p:sp>
        <p:nvSpPr>
          <p:cNvPr id="12" name="Content Placeholder 16"/>
          <p:cNvSpPr>
            <a:spLocks noGrp="1"/>
          </p:cNvSpPr>
          <p:nvPr>
            <p:ph sz="quarter" idx="11" hasCustomPrompt="1"/>
          </p:nvPr>
        </p:nvSpPr>
        <p:spPr>
          <a:xfrm>
            <a:off x="483012" y="5314944"/>
            <a:ext cx="4736688" cy="292106"/>
          </a:xfrm>
        </p:spPr>
        <p:txBody>
          <a:bodyPr tIns="0" bIns="0" anchor="ctr" anchorCtr="0">
            <a:noAutofit/>
          </a:bodyPr>
          <a:lstStyle>
            <a:lvl1pPr>
              <a:lnSpc>
                <a:spcPct val="100000"/>
              </a:lnSpc>
              <a:defRPr sz="1800"/>
            </a:lvl1pPr>
          </a:lstStyle>
          <a:p>
            <a:pPr lvl="0"/>
            <a:r>
              <a:rPr lang="en-US" dirty="0"/>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
    <p:spTree>
      <p:nvGrpSpPr>
        <p:cNvPr id="1" name=""/>
        <p:cNvGrpSpPr/>
        <p:nvPr/>
      </p:nvGrpSpPr>
      <p:grpSpPr>
        <a:xfrm>
          <a:off x="0" y="0"/>
          <a:ext cx="0" cy="0"/>
          <a:chOff x="0" y="0"/>
          <a:chExt cx="0" cy="0"/>
        </a:xfrm>
      </p:grpSpPr>
      <p:sp>
        <p:nvSpPr>
          <p:cNvPr id="2" name="Title 1"/>
          <p:cNvSpPr>
            <a:spLocks noGrp="1"/>
          </p:cNvSpPr>
          <p:nvPr>
            <p:ph type="title"/>
          </p:nvPr>
        </p:nvSpPr>
        <p:spPr>
          <a:xfrm>
            <a:off x="280509" y="2761637"/>
            <a:ext cx="8435930" cy="603863"/>
          </a:xfrm>
        </p:spPr>
        <p:txBody>
          <a:bodyPr anchor="t">
            <a:normAutofit/>
          </a:bodyPr>
          <a:lstStyle>
            <a:lvl1pPr>
              <a:defRPr sz="3000"/>
            </a:lvl1pPr>
          </a:lstStyle>
          <a:p>
            <a:r>
              <a:rPr lang="en-US" dirty="0"/>
              <a:t>Click to edit Master title style</a:t>
            </a:r>
          </a:p>
        </p:txBody>
      </p:sp>
      <p:sp>
        <p:nvSpPr>
          <p:cNvPr id="6" name="Slide Number Placeholder 5"/>
          <p:cNvSpPr>
            <a:spLocks noGrp="1"/>
          </p:cNvSpPr>
          <p:nvPr>
            <p:ph type="sldNum" sz="quarter" idx="12"/>
          </p:nvPr>
        </p:nvSpPr>
        <p:spPr/>
        <p:txBody>
          <a:bodyPr/>
          <a:lstStyle/>
          <a:p>
            <a:fld id="{3A5D2E96-09D4-684C-BDED-6024B7F4284C}" type="slidenum">
              <a:rPr lang="en-US" smtClean="0"/>
              <a:t>‹#›</a:t>
            </a:fld>
            <a:endParaRPr lang="en-US"/>
          </a:p>
        </p:txBody>
      </p:sp>
      <p:sp>
        <p:nvSpPr>
          <p:cNvPr id="15" name="Text Placeholder 6"/>
          <p:cNvSpPr>
            <a:spLocks noGrp="1"/>
          </p:cNvSpPr>
          <p:nvPr>
            <p:ph type="body" sz="quarter" idx="13" hasCustomPrompt="1"/>
          </p:nvPr>
        </p:nvSpPr>
        <p:spPr>
          <a:xfrm>
            <a:off x="277549" y="3385481"/>
            <a:ext cx="8438889" cy="373719"/>
          </a:xfrm>
        </p:spPr>
        <p:txBody>
          <a:bodyPr lIns="91440" tIns="0" rIns="91440" bIns="0" anchor="b" anchorCtr="0">
            <a:noAutofit/>
          </a:bodyPr>
          <a:lstStyle>
            <a:lvl1pPr>
              <a:defRPr sz="1800">
                <a:solidFill>
                  <a:schemeClr val="accent3"/>
                </a:solidFill>
              </a:defRPr>
            </a:lvl1pPr>
          </a:lstStyle>
          <a:p>
            <a:pPr lvl="0"/>
            <a:r>
              <a:rPr lang="en-US" dirty="0"/>
              <a:t>Subtitle text style</a:t>
            </a:r>
          </a:p>
        </p:txBody>
      </p:sp>
      <p:sp>
        <p:nvSpPr>
          <p:cNvPr id="10" name="Footer Placeholder 11"/>
          <p:cNvSpPr>
            <a:spLocks noGrp="1"/>
          </p:cNvSpPr>
          <p:nvPr>
            <p:ph type="ftr" sz="quarter" idx="3"/>
          </p:nvPr>
        </p:nvSpPr>
        <p:spPr>
          <a:xfrm>
            <a:off x="1320266" y="6527425"/>
            <a:ext cx="3086100" cy="144491"/>
          </a:xfrm>
          <a:prstGeom prst="rect">
            <a:avLst/>
          </a:prstGeom>
        </p:spPr>
        <p:txBody>
          <a:bodyPr vert="horz" lIns="68580" tIns="34290" rIns="68580" bIns="34290" rtlCol="0" anchor="ctr"/>
          <a:lstStyle>
            <a:lvl1pPr algn="l">
              <a:defRPr sz="600">
                <a:solidFill>
                  <a:schemeClr val="accent3"/>
                </a:solidFill>
              </a:defRPr>
            </a:lvl1pPr>
          </a:lstStyle>
          <a:p>
            <a:r>
              <a:rPr lang="en-US" dirty="0"/>
              <a:t>To edit go to: Insert &gt; Header and Footer</a:t>
            </a:r>
          </a:p>
        </p:txBody>
      </p:sp>
      <p:sp>
        <p:nvSpPr>
          <p:cNvPr id="11" name="Rectangle 10"/>
          <p:cNvSpPr/>
          <p:nvPr userDrawn="1"/>
        </p:nvSpPr>
        <p:spPr>
          <a:xfrm>
            <a:off x="0" y="0"/>
            <a:ext cx="5945444" cy="4203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2" name="Rectangle 11"/>
          <p:cNvSpPr/>
          <p:nvPr userDrawn="1"/>
        </p:nvSpPr>
        <p:spPr>
          <a:xfrm>
            <a:off x="5945443" y="0"/>
            <a:ext cx="918088" cy="4203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3" name="Rectangle 12"/>
          <p:cNvSpPr/>
          <p:nvPr userDrawn="1"/>
        </p:nvSpPr>
        <p:spPr>
          <a:xfrm>
            <a:off x="6863530" y="0"/>
            <a:ext cx="1852908" cy="4203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4" name="Rectangle 13"/>
          <p:cNvSpPr/>
          <p:nvPr userDrawn="1"/>
        </p:nvSpPr>
        <p:spPr>
          <a:xfrm>
            <a:off x="8716436" y="0"/>
            <a:ext cx="427564" cy="4203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accent6"/>
                </a:solidFill>
              </a:defRPr>
            </a:lvl1pPr>
          </a:lstStyle>
          <a:p>
            <a:fld id="{3A5D2E96-09D4-684C-BDED-6024B7F4284C}" type="slidenum">
              <a:rPr lang="en-US" smtClean="0"/>
              <a:pPr/>
              <a:t>‹#›</a:t>
            </a:fld>
            <a:endParaRPr lang="en-US"/>
          </a:p>
        </p:txBody>
      </p:sp>
      <p:sp>
        <p:nvSpPr>
          <p:cNvPr id="8" name="Title 2"/>
          <p:cNvSpPr txBox="1">
            <a:spLocks/>
          </p:cNvSpPr>
          <p:nvPr userDrawn="1"/>
        </p:nvSpPr>
        <p:spPr>
          <a:xfrm>
            <a:off x="6349490" y="100694"/>
            <a:ext cx="2794510" cy="208269"/>
          </a:xfrm>
          <a:prstGeom prst="rect">
            <a:avLst/>
          </a:prstGeom>
        </p:spPr>
        <p:txBody>
          <a:bodyPr vert="horz" lIns="91440" tIns="0" rIns="91440" bIns="0" rtlCol="0" anchor="t">
            <a:noAutofit/>
          </a:bodyPr>
          <a:lstStyle>
            <a:lvl1pPr algn="l" defTabSz="685800" rtl="0" eaLnBrk="1" latinLnBrk="0" hangingPunct="1">
              <a:lnSpc>
                <a:spcPct val="90000"/>
              </a:lnSpc>
              <a:spcBef>
                <a:spcPct val="0"/>
              </a:spcBef>
              <a:buNone/>
              <a:defRPr sz="2000" kern="1200" baseline="0">
                <a:solidFill>
                  <a:srgbClr val="006AB6"/>
                </a:solidFill>
                <a:latin typeface="Arial" charset="0"/>
                <a:ea typeface="+mj-ea"/>
                <a:cs typeface="+mj-cs"/>
              </a:defRPr>
            </a:lvl1pPr>
          </a:lstStyle>
          <a:p>
            <a:pPr algn="r"/>
            <a:r>
              <a:rPr lang="en-US" sz="800" dirty="0">
                <a:solidFill>
                  <a:prstClr val="white">
                    <a:lumMod val="65000"/>
                  </a:prstClr>
                </a:solidFill>
                <a:ea typeface="Arial" charset="0"/>
                <a:cs typeface="Arial" charset="0"/>
              </a:rPr>
              <a:t>Confidential </a:t>
            </a:r>
            <a:r>
              <a:rPr lang="mr-IN" sz="800" dirty="0">
                <a:solidFill>
                  <a:prstClr val="white">
                    <a:lumMod val="65000"/>
                  </a:prstClr>
                </a:solidFill>
                <a:ea typeface="Arial" charset="0"/>
                <a:cs typeface="Arial" charset="0"/>
              </a:rPr>
              <a:t>–</a:t>
            </a:r>
            <a:r>
              <a:rPr lang="en-US" sz="800" dirty="0">
                <a:solidFill>
                  <a:prstClr val="white">
                    <a:lumMod val="65000"/>
                  </a:prstClr>
                </a:solidFill>
                <a:ea typeface="Arial" charset="0"/>
                <a:cs typeface="Arial" charset="0"/>
              </a:rPr>
              <a:t> for internal use only</a:t>
            </a:r>
          </a:p>
        </p:txBody>
      </p:sp>
      <p:sp>
        <p:nvSpPr>
          <p:cNvPr id="10" name="Title 1"/>
          <p:cNvSpPr>
            <a:spLocks noGrp="1"/>
          </p:cNvSpPr>
          <p:nvPr>
            <p:ph type="title" hasCustomPrompt="1"/>
          </p:nvPr>
        </p:nvSpPr>
        <p:spPr>
          <a:xfrm>
            <a:off x="269158" y="204829"/>
            <a:ext cx="6944443" cy="657953"/>
          </a:xfrm>
        </p:spPr>
        <p:txBody>
          <a:bodyPr anchor="t">
            <a:noAutofit/>
          </a:bodyPr>
          <a:lstStyle/>
          <a:p>
            <a:r>
              <a:rPr lang="en-US" dirty="0"/>
              <a:t>Agenda Slide</a:t>
            </a:r>
          </a:p>
        </p:txBody>
      </p:sp>
      <p:sp>
        <p:nvSpPr>
          <p:cNvPr id="3" name="Text Placeholder 2"/>
          <p:cNvSpPr>
            <a:spLocks noGrp="1"/>
          </p:cNvSpPr>
          <p:nvPr>
            <p:ph type="body" sz="quarter" idx="14" hasCustomPrompt="1"/>
          </p:nvPr>
        </p:nvSpPr>
        <p:spPr>
          <a:xfrm>
            <a:off x="269875" y="1869018"/>
            <a:ext cx="6943725" cy="4226983"/>
          </a:xfrm>
        </p:spPr>
        <p:txBody>
          <a:bodyPr>
            <a:normAutofit/>
          </a:bodyPr>
          <a:lstStyle>
            <a:lvl1pPr>
              <a:lnSpc>
                <a:spcPts val="4500"/>
              </a:lnSpc>
              <a:defRPr sz="2200" baseline="0">
                <a:solidFill>
                  <a:schemeClr val="accent3"/>
                </a:solidFill>
              </a:defRPr>
            </a:lvl1pPr>
          </a:lstStyle>
          <a:p>
            <a:pPr lvl="0"/>
            <a:r>
              <a:rPr lang="en-US" dirty="0"/>
              <a:t>1.</a:t>
            </a:r>
          </a:p>
          <a:p>
            <a:pPr lvl="0"/>
            <a:r>
              <a:rPr lang="en-US" dirty="0"/>
              <a:t>2.</a:t>
            </a:r>
          </a:p>
          <a:p>
            <a:pPr lvl="0"/>
            <a:r>
              <a:rPr lang="en-US" dirty="0"/>
              <a:t>3.</a:t>
            </a:r>
          </a:p>
          <a:p>
            <a:pPr lvl="0"/>
            <a:r>
              <a:rPr lang="en-US" dirty="0"/>
              <a:t>4.</a:t>
            </a:r>
          </a:p>
        </p:txBody>
      </p:sp>
      <p:sp>
        <p:nvSpPr>
          <p:cNvPr id="12" name="Text Placeholder 6"/>
          <p:cNvSpPr>
            <a:spLocks noGrp="1"/>
          </p:cNvSpPr>
          <p:nvPr>
            <p:ph type="body" sz="quarter" idx="13" hasCustomPrompt="1"/>
          </p:nvPr>
        </p:nvSpPr>
        <p:spPr>
          <a:xfrm>
            <a:off x="264849" y="857363"/>
            <a:ext cx="6948752" cy="311037"/>
          </a:xfrm>
        </p:spPr>
        <p:txBody>
          <a:bodyPr lIns="91440" tIns="0" rIns="91440" bIns="0" anchor="b" anchorCtr="0">
            <a:noAutofit/>
          </a:bodyPr>
          <a:lstStyle>
            <a:lvl1pPr>
              <a:defRPr sz="1800">
                <a:solidFill>
                  <a:schemeClr val="accent3"/>
                </a:solidFill>
              </a:defRPr>
            </a:lvl1pPr>
          </a:lstStyle>
          <a:p>
            <a:pPr lvl="0"/>
            <a:r>
              <a:rPr lang="en-US" dirty="0"/>
              <a:t>Subtitle text style</a:t>
            </a:r>
          </a:p>
        </p:txBody>
      </p:sp>
      <p:sp>
        <p:nvSpPr>
          <p:cNvPr id="11" name="Footer Placeholder 11"/>
          <p:cNvSpPr>
            <a:spLocks noGrp="1"/>
          </p:cNvSpPr>
          <p:nvPr>
            <p:ph type="ftr" sz="quarter" idx="3"/>
          </p:nvPr>
        </p:nvSpPr>
        <p:spPr>
          <a:xfrm>
            <a:off x="1320266" y="6527425"/>
            <a:ext cx="3086100" cy="144491"/>
          </a:xfrm>
          <a:prstGeom prst="rect">
            <a:avLst/>
          </a:prstGeom>
        </p:spPr>
        <p:txBody>
          <a:bodyPr vert="horz" lIns="68580" tIns="34290" rIns="68580" bIns="34290" rtlCol="0" anchor="ctr"/>
          <a:lstStyle>
            <a:lvl1pPr algn="l">
              <a:defRPr sz="600">
                <a:solidFill>
                  <a:schemeClr val="accent3"/>
                </a:solidFill>
              </a:defRPr>
            </a:lvl1pPr>
          </a:lstStyle>
          <a:p>
            <a:r>
              <a:rPr lang="en-US" dirty="0"/>
              <a:t>To edit go to: Insert &gt; Header and Footer</a:t>
            </a:r>
          </a:p>
        </p:txBody>
      </p:sp>
    </p:spTree>
    <p:extLst>
      <p:ext uri="{BB962C8B-B14F-4D97-AF65-F5344CB8AC3E}">
        <p14:creationId xmlns:p14="http://schemas.microsoft.com/office/powerpoint/2010/main" val="454802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uote or Divider - Light Blu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A5D2E96-09D4-684C-BDED-6024B7F4284C}" type="slidenum">
              <a:rPr lang="en-US" smtClean="0"/>
              <a:t>‹#›</a:t>
            </a:fld>
            <a:endParaRPr lang="en-US"/>
          </a:p>
        </p:txBody>
      </p:sp>
      <p:sp>
        <p:nvSpPr>
          <p:cNvPr id="7" name="Rectangle 6"/>
          <p:cNvSpPr/>
          <p:nvPr/>
        </p:nvSpPr>
        <p:spPr>
          <a:xfrm>
            <a:off x="0" y="973191"/>
            <a:ext cx="638175" cy="34261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p>
        </p:txBody>
      </p:sp>
      <p:sp>
        <p:nvSpPr>
          <p:cNvPr id="8" name="Title 1"/>
          <p:cNvSpPr>
            <a:spLocks noGrp="1"/>
          </p:cNvSpPr>
          <p:nvPr>
            <p:ph type="title" hasCustomPrompt="1"/>
          </p:nvPr>
        </p:nvSpPr>
        <p:spPr>
          <a:xfrm>
            <a:off x="782963" y="998116"/>
            <a:ext cx="5896743" cy="3401253"/>
          </a:xfrm>
        </p:spPr>
        <p:txBody>
          <a:bodyPr anchor="t">
            <a:noAutofit/>
          </a:bodyPr>
          <a:lstStyle>
            <a:lvl1pPr algn="l">
              <a:lnSpc>
                <a:spcPct val="90000"/>
              </a:lnSpc>
              <a:spcAft>
                <a:spcPts val="0"/>
              </a:spcAft>
              <a:defRPr sz="2800" baseline="0">
                <a:solidFill>
                  <a:schemeClr val="tx1"/>
                </a:solidFill>
              </a:defRPr>
            </a:lvl1pPr>
          </a:lstStyle>
          <a:p>
            <a:r>
              <a:rPr lang="en-US" dirty="0"/>
              <a:t>Use as a Divider slide, or place a quote or fact here. Use on it’s own or to introduce a new section of the presentation. (Georgia 28 </a:t>
            </a:r>
            <a:r>
              <a:rPr lang="en-US" dirty="0" err="1"/>
              <a:t>pt</a:t>
            </a:r>
            <a:r>
              <a:rPr lang="en-US" dirty="0"/>
              <a:t> Bold)</a:t>
            </a:r>
          </a:p>
        </p:txBody>
      </p:sp>
      <p:sp>
        <p:nvSpPr>
          <p:cNvPr id="9" name="Rectangle 8"/>
          <p:cNvSpPr/>
          <p:nvPr userDrawn="1"/>
        </p:nvSpPr>
        <p:spPr>
          <a:xfrm>
            <a:off x="0" y="973191"/>
            <a:ext cx="638175" cy="34261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p>
        </p:txBody>
      </p:sp>
      <p:sp>
        <p:nvSpPr>
          <p:cNvPr id="10" name="Title 2"/>
          <p:cNvSpPr txBox="1">
            <a:spLocks/>
          </p:cNvSpPr>
          <p:nvPr userDrawn="1"/>
        </p:nvSpPr>
        <p:spPr>
          <a:xfrm>
            <a:off x="6349490" y="100694"/>
            <a:ext cx="2794510" cy="208269"/>
          </a:xfrm>
          <a:prstGeom prst="rect">
            <a:avLst/>
          </a:prstGeom>
        </p:spPr>
        <p:txBody>
          <a:bodyPr vert="horz" lIns="91440" tIns="0" rIns="91440" bIns="0" rtlCol="0" anchor="t">
            <a:noAutofit/>
          </a:bodyPr>
          <a:lstStyle>
            <a:lvl1pPr algn="l" defTabSz="685800" rtl="0" eaLnBrk="1" latinLnBrk="0" hangingPunct="1">
              <a:lnSpc>
                <a:spcPct val="90000"/>
              </a:lnSpc>
              <a:spcBef>
                <a:spcPct val="0"/>
              </a:spcBef>
              <a:buNone/>
              <a:defRPr sz="2000" kern="1200" baseline="0">
                <a:solidFill>
                  <a:srgbClr val="006AB6"/>
                </a:solidFill>
                <a:latin typeface="Arial" charset="0"/>
                <a:ea typeface="+mj-ea"/>
                <a:cs typeface="+mj-cs"/>
              </a:defRPr>
            </a:lvl1pPr>
          </a:lstStyle>
          <a:p>
            <a:pPr algn="r"/>
            <a:r>
              <a:rPr lang="en-US" sz="800" dirty="0">
                <a:solidFill>
                  <a:prstClr val="white">
                    <a:lumMod val="65000"/>
                  </a:prstClr>
                </a:solidFill>
                <a:ea typeface="Arial" charset="0"/>
                <a:cs typeface="Arial" charset="0"/>
              </a:rPr>
              <a:t>Confidential </a:t>
            </a:r>
            <a:r>
              <a:rPr lang="mr-IN" sz="800" dirty="0">
                <a:solidFill>
                  <a:prstClr val="white">
                    <a:lumMod val="65000"/>
                  </a:prstClr>
                </a:solidFill>
                <a:ea typeface="Arial" charset="0"/>
                <a:cs typeface="Arial" charset="0"/>
              </a:rPr>
              <a:t>–</a:t>
            </a:r>
            <a:r>
              <a:rPr lang="en-US" sz="800" dirty="0">
                <a:solidFill>
                  <a:prstClr val="white">
                    <a:lumMod val="65000"/>
                  </a:prstClr>
                </a:solidFill>
                <a:ea typeface="Arial" charset="0"/>
                <a:cs typeface="Arial" charset="0"/>
              </a:rPr>
              <a:t> for internal use only</a:t>
            </a:r>
          </a:p>
        </p:txBody>
      </p:sp>
      <p:sp>
        <p:nvSpPr>
          <p:cNvPr id="13" name="Footer Placeholder 11"/>
          <p:cNvSpPr>
            <a:spLocks noGrp="1"/>
          </p:cNvSpPr>
          <p:nvPr>
            <p:ph type="ftr" sz="quarter" idx="3"/>
          </p:nvPr>
        </p:nvSpPr>
        <p:spPr>
          <a:xfrm>
            <a:off x="1320266" y="6527425"/>
            <a:ext cx="3086100" cy="144491"/>
          </a:xfrm>
          <a:prstGeom prst="rect">
            <a:avLst/>
          </a:prstGeom>
        </p:spPr>
        <p:txBody>
          <a:bodyPr vert="horz" lIns="68580" tIns="34290" rIns="68580" bIns="34290" rtlCol="0" anchor="ctr"/>
          <a:lstStyle>
            <a:lvl1pPr algn="l">
              <a:defRPr sz="600">
                <a:solidFill>
                  <a:schemeClr val="accent3"/>
                </a:solidFill>
              </a:defRPr>
            </a:lvl1pPr>
          </a:lstStyle>
          <a:p>
            <a:r>
              <a:rPr lang="en-US" dirty="0"/>
              <a:t>To edit go to: Insert &gt; Header and Footer</a:t>
            </a:r>
          </a:p>
        </p:txBody>
      </p:sp>
    </p:spTree>
    <p:extLst>
      <p:ext uri="{BB962C8B-B14F-4D97-AF65-F5344CB8AC3E}">
        <p14:creationId xmlns:p14="http://schemas.microsoft.com/office/powerpoint/2010/main" val="1334112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ote or Divider - Green">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A5D2E96-09D4-684C-BDED-6024B7F4284C}" type="slidenum">
              <a:rPr lang="en-US" smtClean="0"/>
              <a:t>‹#›</a:t>
            </a:fld>
            <a:endParaRPr lang="en-US"/>
          </a:p>
        </p:txBody>
      </p:sp>
      <p:sp>
        <p:nvSpPr>
          <p:cNvPr id="7" name="Rectangle 6"/>
          <p:cNvSpPr/>
          <p:nvPr/>
        </p:nvSpPr>
        <p:spPr>
          <a:xfrm>
            <a:off x="0" y="973191"/>
            <a:ext cx="638175" cy="34261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p>
        </p:txBody>
      </p:sp>
      <p:sp>
        <p:nvSpPr>
          <p:cNvPr id="8" name="Title 1"/>
          <p:cNvSpPr>
            <a:spLocks noGrp="1"/>
          </p:cNvSpPr>
          <p:nvPr>
            <p:ph type="title" hasCustomPrompt="1"/>
          </p:nvPr>
        </p:nvSpPr>
        <p:spPr>
          <a:xfrm>
            <a:off x="782963" y="998116"/>
            <a:ext cx="5896743" cy="3401253"/>
          </a:xfrm>
        </p:spPr>
        <p:txBody>
          <a:bodyPr anchor="t">
            <a:noAutofit/>
          </a:bodyPr>
          <a:lstStyle>
            <a:lvl1pPr algn="l">
              <a:defRPr sz="2800" baseline="0">
                <a:solidFill>
                  <a:schemeClr val="tx1"/>
                </a:solidFill>
              </a:defRPr>
            </a:lvl1pPr>
          </a:lstStyle>
          <a:p>
            <a:r>
              <a:rPr lang="en-US" dirty="0"/>
              <a:t>Use as a Divider slide, or place a quote or fact here. Use on it’s own or to introduce a new section of the presentation. (Georgia 28 </a:t>
            </a:r>
            <a:r>
              <a:rPr lang="en-US" dirty="0" err="1"/>
              <a:t>pt</a:t>
            </a:r>
            <a:r>
              <a:rPr lang="en-US" dirty="0"/>
              <a:t> Bold)</a:t>
            </a:r>
          </a:p>
        </p:txBody>
      </p:sp>
      <p:sp>
        <p:nvSpPr>
          <p:cNvPr id="9" name="Rectangle 8"/>
          <p:cNvSpPr/>
          <p:nvPr userDrawn="1"/>
        </p:nvSpPr>
        <p:spPr>
          <a:xfrm>
            <a:off x="0" y="973191"/>
            <a:ext cx="638175" cy="34261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p>
        </p:txBody>
      </p:sp>
      <p:sp>
        <p:nvSpPr>
          <p:cNvPr id="10" name="Title 2"/>
          <p:cNvSpPr txBox="1">
            <a:spLocks/>
          </p:cNvSpPr>
          <p:nvPr userDrawn="1"/>
        </p:nvSpPr>
        <p:spPr>
          <a:xfrm>
            <a:off x="6349490" y="100694"/>
            <a:ext cx="2794510" cy="208269"/>
          </a:xfrm>
          <a:prstGeom prst="rect">
            <a:avLst/>
          </a:prstGeom>
        </p:spPr>
        <p:txBody>
          <a:bodyPr vert="horz" lIns="91440" tIns="0" rIns="91440" bIns="0" rtlCol="0" anchor="t">
            <a:noAutofit/>
          </a:bodyPr>
          <a:lstStyle>
            <a:lvl1pPr algn="l" defTabSz="685800" rtl="0" eaLnBrk="1" latinLnBrk="0" hangingPunct="1">
              <a:lnSpc>
                <a:spcPct val="90000"/>
              </a:lnSpc>
              <a:spcBef>
                <a:spcPct val="0"/>
              </a:spcBef>
              <a:buNone/>
              <a:defRPr sz="2000" kern="1200" baseline="0">
                <a:solidFill>
                  <a:srgbClr val="006AB6"/>
                </a:solidFill>
                <a:latin typeface="Arial" charset="0"/>
                <a:ea typeface="+mj-ea"/>
                <a:cs typeface="+mj-cs"/>
              </a:defRPr>
            </a:lvl1pPr>
          </a:lstStyle>
          <a:p>
            <a:pPr algn="r"/>
            <a:r>
              <a:rPr lang="en-US" sz="800" dirty="0">
                <a:solidFill>
                  <a:prstClr val="white">
                    <a:lumMod val="65000"/>
                  </a:prstClr>
                </a:solidFill>
                <a:ea typeface="Arial" charset="0"/>
                <a:cs typeface="Arial" charset="0"/>
              </a:rPr>
              <a:t>Confidential </a:t>
            </a:r>
            <a:r>
              <a:rPr lang="mr-IN" sz="800" dirty="0">
                <a:solidFill>
                  <a:prstClr val="white">
                    <a:lumMod val="65000"/>
                  </a:prstClr>
                </a:solidFill>
                <a:ea typeface="Arial" charset="0"/>
                <a:cs typeface="Arial" charset="0"/>
              </a:rPr>
              <a:t>–</a:t>
            </a:r>
            <a:r>
              <a:rPr lang="en-US" sz="800" dirty="0">
                <a:solidFill>
                  <a:prstClr val="white">
                    <a:lumMod val="65000"/>
                  </a:prstClr>
                </a:solidFill>
                <a:ea typeface="Arial" charset="0"/>
                <a:cs typeface="Arial" charset="0"/>
              </a:rPr>
              <a:t> for internal use only</a:t>
            </a:r>
          </a:p>
        </p:txBody>
      </p:sp>
      <p:sp>
        <p:nvSpPr>
          <p:cNvPr id="11" name="Footer Placeholder 11"/>
          <p:cNvSpPr>
            <a:spLocks noGrp="1"/>
          </p:cNvSpPr>
          <p:nvPr>
            <p:ph type="ftr" sz="quarter" idx="3"/>
          </p:nvPr>
        </p:nvSpPr>
        <p:spPr>
          <a:xfrm>
            <a:off x="1320266" y="6527425"/>
            <a:ext cx="3086100" cy="144491"/>
          </a:xfrm>
          <a:prstGeom prst="rect">
            <a:avLst/>
          </a:prstGeom>
        </p:spPr>
        <p:txBody>
          <a:bodyPr vert="horz" lIns="68580" tIns="34290" rIns="68580" bIns="34290" rtlCol="0" anchor="ctr"/>
          <a:lstStyle>
            <a:lvl1pPr algn="l">
              <a:defRPr sz="600">
                <a:solidFill>
                  <a:schemeClr val="accent3"/>
                </a:solidFill>
              </a:defRPr>
            </a:lvl1pPr>
          </a:lstStyle>
          <a:p>
            <a:r>
              <a:rPr lang="en-US" dirty="0"/>
              <a:t>To edit go to: Insert &gt; Header and Footer</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Quote or Divider - Dark Blue">
    <p:spTree>
      <p:nvGrpSpPr>
        <p:cNvPr id="1" name=""/>
        <p:cNvGrpSpPr/>
        <p:nvPr/>
      </p:nvGrpSpPr>
      <p:grpSpPr>
        <a:xfrm>
          <a:off x="0" y="0"/>
          <a:ext cx="0" cy="0"/>
          <a:chOff x="0" y="0"/>
          <a:chExt cx="0" cy="0"/>
        </a:xfrm>
      </p:grpSpPr>
      <p:sp>
        <p:nvSpPr>
          <p:cNvPr id="3" name="Rectangle 2"/>
          <p:cNvSpPr/>
          <p:nvPr/>
        </p:nvSpPr>
        <p:spPr>
          <a:xfrm>
            <a:off x="0" y="973191"/>
            <a:ext cx="638175" cy="342617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p>
        </p:txBody>
      </p:sp>
      <p:sp>
        <p:nvSpPr>
          <p:cNvPr id="2" name="Title 1"/>
          <p:cNvSpPr>
            <a:spLocks noGrp="1"/>
          </p:cNvSpPr>
          <p:nvPr>
            <p:ph type="title" hasCustomPrompt="1"/>
          </p:nvPr>
        </p:nvSpPr>
        <p:spPr>
          <a:xfrm>
            <a:off x="782963" y="998116"/>
            <a:ext cx="5896743" cy="3401253"/>
          </a:xfrm>
        </p:spPr>
        <p:txBody>
          <a:bodyPr anchor="t">
            <a:noAutofit/>
          </a:bodyPr>
          <a:lstStyle>
            <a:lvl1pPr algn="l">
              <a:defRPr sz="2800" baseline="0">
                <a:solidFill>
                  <a:schemeClr val="tx1"/>
                </a:solidFill>
              </a:defRPr>
            </a:lvl1pPr>
          </a:lstStyle>
          <a:p>
            <a:r>
              <a:rPr lang="en-US" dirty="0"/>
              <a:t>Use as a Divider slide, or place a quote or fact here. Use on it’s own or to introduce a new section of the presentation. (Georgia 28 </a:t>
            </a:r>
            <a:r>
              <a:rPr lang="en-US" dirty="0" err="1"/>
              <a:t>pt</a:t>
            </a:r>
            <a:r>
              <a:rPr lang="en-US" dirty="0"/>
              <a:t> Bold)</a:t>
            </a:r>
          </a:p>
        </p:txBody>
      </p:sp>
      <p:sp>
        <p:nvSpPr>
          <p:cNvPr id="6" name="Slide Number Placeholder 5"/>
          <p:cNvSpPr>
            <a:spLocks noGrp="1"/>
          </p:cNvSpPr>
          <p:nvPr>
            <p:ph type="sldNum" sz="quarter" idx="12"/>
          </p:nvPr>
        </p:nvSpPr>
        <p:spPr/>
        <p:txBody>
          <a:bodyPr/>
          <a:lstStyle/>
          <a:p>
            <a:fld id="{3A5D2E96-09D4-684C-BDED-6024B7F4284C}" type="slidenum">
              <a:rPr lang="en-US" smtClean="0"/>
              <a:t>‹#›</a:t>
            </a:fld>
            <a:endParaRPr lang="en-US"/>
          </a:p>
        </p:txBody>
      </p:sp>
      <p:sp>
        <p:nvSpPr>
          <p:cNvPr id="8" name="Rectangle 7"/>
          <p:cNvSpPr/>
          <p:nvPr userDrawn="1"/>
        </p:nvSpPr>
        <p:spPr>
          <a:xfrm>
            <a:off x="0" y="973191"/>
            <a:ext cx="638175" cy="34261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p>
        </p:txBody>
      </p:sp>
      <p:sp>
        <p:nvSpPr>
          <p:cNvPr id="9" name="Title 2"/>
          <p:cNvSpPr txBox="1">
            <a:spLocks/>
          </p:cNvSpPr>
          <p:nvPr userDrawn="1"/>
        </p:nvSpPr>
        <p:spPr>
          <a:xfrm>
            <a:off x="6349490" y="100694"/>
            <a:ext cx="2794510" cy="208269"/>
          </a:xfrm>
          <a:prstGeom prst="rect">
            <a:avLst/>
          </a:prstGeom>
        </p:spPr>
        <p:txBody>
          <a:bodyPr vert="horz" lIns="91440" tIns="0" rIns="91440" bIns="0" rtlCol="0" anchor="t">
            <a:noAutofit/>
          </a:bodyPr>
          <a:lstStyle>
            <a:lvl1pPr algn="l" defTabSz="685800" rtl="0" eaLnBrk="1" latinLnBrk="0" hangingPunct="1">
              <a:lnSpc>
                <a:spcPct val="90000"/>
              </a:lnSpc>
              <a:spcBef>
                <a:spcPct val="0"/>
              </a:spcBef>
              <a:buNone/>
              <a:defRPr sz="2000" kern="1200" baseline="0">
                <a:solidFill>
                  <a:srgbClr val="006AB6"/>
                </a:solidFill>
                <a:latin typeface="Arial" charset="0"/>
                <a:ea typeface="+mj-ea"/>
                <a:cs typeface="+mj-cs"/>
              </a:defRPr>
            </a:lvl1pPr>
          </a:lstStyle>
          <a:p>
            <a:pPr algn="r"/>
            <a:r>
              <a:rPr lang="en-US" sz="800" dirty="0">
                <a:solidFill>
                  <a:prstClr val="white">
                    <a:lumMod val="65000"/>
                  </a:prstClr>
                </a:solidFill>
                <a:ea typeface="Arial" charset="0"/>
                <a:cs typeface="Arial" charset="0"/>
              </a:rPr>
              <a:t>Confidential </a:t>
            </a:r>
            <a:r>
              <a:rPr lang="mr-IN" sz="800" dirty="0">
                <a:solidFill>
                  <a:prstClr val="white">
                    <a:lumMod val="65000"/>
                  </a:prstClr>
                </a:solidFill>
                <a:ea typeface="Arial" charset="0"/>
                <a:cs typeface="Arial" charset="0"/>
              </a:rPr>
              <a:t>–</a:t>
            </a:r>
            <a:r>
              <a:rPr lang="en-US" sz="800" dirty="0">
                <a:solidFill>
                  <a:prstClr val="white">
                    <a:lumMod val="65000"/>
                  </a:prstClr>
                </a:solidFill>
                <a:ea typeface="Arial" charset="0"/>
                <a:cs typeface="Arial" charset="0"/>
              </a:rPr>
              <a:t> for internal use only</a:t>
            </a:r>
          </a:p>
        </p:txBody>
      </p:sp>
      <p:sp>
        <p:nvSpPr>
          <p:cNvPr id="10" name="Footer Placeholder 11"/>
          <p:cNvSpPr>
            <a:spLocks noGrp="1"/>
          </p:cNvSpPr>
          <p:nvPr>
            <p:ph type="ftr" sz="quarter" idx="3"/>
          </p:nvPr>
        </p:nvSpPr>
        <p:spPr>
          <a:xfrm>
            <a:off x="1320266" y="6527425"/>
            <a:ext cx="3086100" cy="144491"/>
          </a:xfrm>
          <a:prstGeom prst="rect">
            <a:avLst/>
          </a:prstGeom>
        </p:spPr>
        <p:txBody>
          <a:bodyPr vert="horz" lIns="68580" tIns="34290" rIns="68580" bIns="34290" rtlCol="0" anchor="ctr"/>
          <a:lstStyle>
            <a:lvl1pPr algn="l">
              <a:defRPr sz="600">
                <a:solidFill>
                  <a:schemeClr val="accent3"/>
                </a:solidFill>
              </a:defRPr>
            </a:lvl1pPr>
          </a:lstStyle>
          <a:p>
            <a:r>
              <a:rPr lang="en-US" dirty="0"/>
              <a:t>To edit go to: Insert &gt; Header and Footer</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313" y="1696284"/>
            <a:ext cx="8581720" cy="4281001"/>
          </a:xfrm>
        </p:spPr>
        <p:txBody>
          <a:bodyPr>
            <a:noAutofit/>
          </a:bodyPr>
          <a:lstStyle>
            <a:lvl1pPr>
              <a:lnSpc>
                <a:spcPct val="140000"/>
              </a:lnSpc>
              <a:defRPr sz="2200"/>
            </a:lvl1pPr>
            <a:lvl2pPr>
              <a:lnSpc>
                <a:spcPct val="140000"/>
              </a:lnSpc>
              <a:defRPr sz="2200"/>
            </a:lvl2pPr>
            <a:lvl3pPr>
              <a:lnSpc>
                <a:spcPct val="140000"/>
              </a:lnSpc>
              <a:defRPr sz="2200"/>
            </a:lvl3pPr>
            <a:lvl4pPr>
              <a:lnSpc>
                <a:spcPct val="140000"/>
              </a:lnSpc>
              <a:defRPr sz="2200"/>
            </a:lvl4pPr>
            <a:lvl5pPr>
              <a:lnSpc>
                <a:spcPct val="140000"/>
              </a:lnSpc>
              <a:defRPr sz="2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solidFill>
                  <a:schemeClr val="accent6"/>
                </a:solidFill>
              </a:defRPr>
            </a:lvl1pPr>
          </a:lstStyle>
          <a:p>
            <a:fld id="{3A5D2E96-09D4-684C-BDED-6024B7F4284C}" type="slidenum">
              <a:rPr lang="en-US" smtClean="0"/>
              <a:pPr/>
              <a:t>‹#›</a:t>
            </a:fld>
            <a:endParaRPr lang="en-US"/>
          </a:p>
        </p:txBody>
      </p:sp>
      <p:sp>
        <p:nvSpPr>
          <p:cNvPr id="8" name="Title 2"/>
          <p:cNvSpPr txBox="1">
            <a:spLocks/>
          </p:cNvSpPr>
          <p:nvPr userDrawn="1"/>
        </p:nvSpPr>
        <p:spPr>
          <a:xfrm>
            <a:off x="6349490" y="100694"/>
            <a:ext cx="2794510" cy="208269"/>
          </a:xfrm>
          <a:prstGeom prst="rect">
            <a:avLst/>
          </a:prstGeom>
        </p:spPr>
        <p:txBody>
          <a:bodyPr vert="horz" lIns="91440" tIns="0" rIns="91440" bIns="0" rtlCol="0" anchor="t">
            <a:noAutofit/>
          </a:bodyPr>
          <a:lstStyle>
            <a:lvl1pPr algn="l" defTabSz="685800" rtl="0" eaLnBrk="1" latinLnBrk="0" hangingPunct="1">
              <a:lnSpc>
                <a:spcPct val="90000"/>
              </a:lnSpc>
              <a:spcBef>
                <a:spcPct val="0"/>
              </a:spcBef>
              <a:buNone/>
              <a:defRPr sz="2000" kern="1200" baseline="0">
                <a:solidFill>
                  <a:srgbClr val="006AB6"/>
                </a:solidFill>
                <a:latin typeface="Arial" charset="0"/>
                <a:ea typeface="+mj-ea"/>
                <a:cs typeface="+mj-cs"/>
              </a:defRPr>
            </a:lvl1pPr>
          </a:lstStyle>
          <a:p>
            <a:pPr algn="r"/>
            <a:r>
              <a:rPr lang="en-US" sz="800" dirty="0">
                <a:solidFill>
                  <a:prstClr val="white">
                    <a:lumMod val="65000"/>
                  </a:prstClr>
                </a:solidFill>
                <a:ea typeface="Arial" charset="0"/>
                <a:cs typeface="Arial" charset="0"/>
              </a:rPr>
              <a:t>Confidential </a:t>
            </a:r>
            <a:r>
              <a:rPr lang="mr-IN" sz="800" dirty="0">
                <a:solidFill>
                  <a:prstClr val="white">
                    <a:lumMod val="65000"/>
                  </a:prstClr>
                </a:solidFill>
                <a:ea typeface="Arial" charset="0"/>
                <a:cs typeface="Arial" charset="0"/>
              </a:rPr>
              <a:t>–</a:t>
            </a:r>
            <a:r>
              <a:rPr lang="en-US" sz="800" dirty="0">
                <a:solidFill>
                  <a:prstClr val="white">
                    <a:lumMod val="65000"/>
                  </a:prstClr>
                </a:solidFill>
                <a:ea typeface="Arial" charset="0"/>
                <a:cs typeface="Arial" charset="0"/>
              </a:rPr>
              <a:t> for internal use only</a:t>
            </a:r>
          </a:p>
        </p:txBody>
      </p:sp>
      <p:sp>
        <p:nvSpPr>
          <p:cNvPr id="10" name="Title 1"/>
          <p:cNvSpPr>
            <a:spLocks noGrp="1"/>
          </p:cNvSpPr>
          <p:nvPr>
            <p:ph type="title"/>
          </p:nvPr>
        </p:nvSpPr>
        <p:spPr>
          <a:xfrm>
            <a:off x="269158" y="204829"/>
            <a:ext cx="6944443" cy="657953"/>
          </a:xfrm>
        </p:spPr>
        <p:txBody>
          <a:bodyPr anchor="t">
            <a:noAutofit/>
          </a:bodyPr>
          <a:lstStyle/>
          <a:p>
            <a:r>
              <a:rPr lang="en-US"/>
              <a:t>Click to edit Master title style</a:t>
            </a:r>
            <a:endParaRPr lang="en-US" dirty="0"/>
          </a:p>
        </p:txBody>
      </p:sp>
      <p:sp>
        <p:nvSpPr>
          <p:cNvPr id="12" name="Rectangle 11"/>
          <p:cNvSpPr/>
          <p:nvPr userDrawn="1"/>
        </p:nvSpPr>
        <p:spPr>
          <a:xfrm>
            <a:off x="0" y="0"/>
            <a:ext cx="1524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p>
        </p:txBody>
      </p:sp>
      <p:sp>
        <p:nvSpPr>
          <p:cNvPr id="11" name="Text Placeholder 6"/>
          <p:cNvSpPr>
            <a:spLocks noGrp="1"/>
          </p:cNvSpPr>
          <p:nvPr>
            <p:ph type="body" sz="quarter" idx="13" hasCustomPrompt="1"/>
          </p:nvPr>
        </p:nvSpPr>
        <p:spPr>
          <a:xfrm>
            <a:off x="264849" y="857363"/>
            <a:ext cx="6948752" cy="311037"/>
          </a:xfrm>
        </p:spPr>
        <p:txBody>
          <a:bodyPr lIns="91440" tIns="0" rIns="91440" bIns="0" anchor="b" anchorCtr="0">
            <a:noAutofit/>
          </a:bodyPr>
          <a:lstStyle>
            <a:lvl1pPr>
              <a:defRPr sz="1800">
                <a:solidFill>
                  <a:schemeClr val="accent3"/>
                </a:solidFill>
              </a:defRPr>
            </a:lvl1pPr>
          </a:lstStyle>
          <a:p>
            <a:pPr lvl="0"/>
            <a:r>
              <a:rPr lang="en-US" dirty="0"/>
              <a:t>Subtitle text style</a:t>
            </a:r>
          </a:p>
        </p:txBody>
      </p:sp>
      <p:sp>
        <p:nvSpPr>
          <p:cNvPr id="14" name="Footer Placeholder 11"/>
          <p:cNvSpPr>
            <a:spLocks noGrp="1"/>
          </p:cNvSpPr>
          <p:nvPr>
            <p:ph type="ftr" sz="quarter" idx="3"/>
          </p:nvPr>
        </p:nvSpPr>
        <p:spPr>
          <a:xfrm>
            <a:off x="1320266" y="6527425"/>
            <a:ext cx="3086100" cy="144491"/>
          </a:xfrm>
          <a:prstGeom prst="rect">
            <a:avLst/>
          </a:prstGeom>
        </p:spPr>
        <p:txBody>
          <a:bodyPr vert="horz" lIns="68580" tIns="34290" rIns="68580" bIns="34290" rtlCol="0" anchor="ctr"/>
          <a:lstStyle>
            <a:lvl1pPr algn="l">
              <a:defRPr sz="600">
                <a:solidFill>
                  <a:schemeClr val="accent3"/>
                </a:solidFill>
              </a:defRPr>
            </a:lvl1pPr>
          </a:lstStyle>
          <a:p>
            <a:r>
              <a:rPr lang="en-US" dirty="0"/>
              <a:t>To edit go to: Insert &gt; Header and Footer</a:t>
            </a:r>
          </a:p>
        </p:txBody>
      </p:sp>
    </p:spTree>
    <p:extLst>
      <p:ext uri="{BB962C8B-B14F-4D97-AF65-F5344CB8AC3E}">
        <p14:creationId xmlns:p14="http://schemas.microsoft.com/office/powerpoint/2010/main" val="2130294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ubtitle, Blank">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accent6"/>
                </a:solidFill>
              </a:defRPr>
            </a:lvl1pPr>
          </a:lstStyle>
          <a:p>
            <a:fld id="{3A5D2E96-09D4-684C-BDED-6024B7F4284C}" type="slidenum">
              <a:rPr lang="en-US" smtClean="0"/>
              <a:pPr/>
              <a:t>‹#›</a:t>
            </a:fld>
            <a:endParaRPr lang="en-US"/>
          </a:p>
        </p:txBody>
      </p:sp>
      <p:sp>
        <p:nvSpPr>
          <p:cNvPr id="8" name="Title 2"/>
          <p:cNvSpPr txBox="1">
            <a:spLocks/>
          </p:cNvSpPr>
          <p:nvPr userDrawn="1"/>
        </p:nvSpPr>
        <p:spPr>
          <a:xfrm>
            <a:off x="6349490" y="100694"/>
            <a:ext cx="2794510" cy="208269"/>
          </a:xfrm>
          <a:prstGeom prst="rect">
            <a:avLst/>
          </a:prstGeom>
        </p:spPr>
        <p:txBody>
          <a:bodyPr vert="horz" lIns="91440" tIns="0" rIns="91440" bIns="0" rtlCol="0" anchor="t">
            <a:noAutofit/>
          </a:bodyPr>
          <a:lstStyle>
            <a:lvl1pPr algn="l" defTabSz="685800" rtl="0" eaLnBrk="1" latinLnBrk="0" hangingPunct="1">
              <a:lnSpc>
                <a:spcPct val="90000"/>
              </a:lnSpc>
              <a:spcBef>
                <a:spcPct val="0"/>
              </a:spcBef>
              <a:buNone/>
              <a:defRPr sz="2000" kern="1200" baseline="0">
                <a:solidFill>
                  <a:srgbClr val="006AB6"/>
                </a:solidFill>
                <a:latin typeface="Arial" charset="0"/>
                <a:ea typeface="+mj-ea"/>
                <a:cs typeface="+mj-cs"/>
              </a:defRPr>
            </a:lvl1pPr>
          </a:lstStyle>
          <a:p>
            <a:pPr algn="r"/>
            <a:r>
              <a:rPr lang="en-US" sz="800" dirty="0">
                <a:solidFill>
                  <a:prstClr val="white">
                    <a:lumMod val="65000"/>
                  </a:prstClr>
                </a:solidFill>
                <a:ea typeface="Arial" charset="0"/>
                <a:cs typeface="Arial" charset="0"/>
              </a:rPr>
              <a:t>Confidential </a:t>
            </a:r>
            <a:r>
              <a:rPr lang="mr-IN" sz="800" dirty="0">
                <a:solidFill>
                  <a:prstClr val="white">
                    <a:lumMod val="65000"/>
                  </a:prstClr>
                </a:solidFill>
                <a:ea typeface="Arial" charset="0"/>
                <a:cs typeface="Arial" charset="0"/>
              </a:rPr>
              <a:t>–</a:t>
            </a:r>
            <a:r>
              <a:rPr lang="en-US" sz="800" dirty="0">
                <a:solidFill>
                  <a:prstClr val="white">
                    <a:lumMod val="65000"/>
                  </a:prstClr>
                </a:solidFill>
                <a:ea typeface="Arial" charset="0"/>
                <a:cs typeface="Arial" charset="0"/>
              </a:rPr>
              <a:t> for internal use only</a:t>
            </a:r>
          </a:p>
        </p:txBody>
      </p:sp>
      <p:sp>
        <p:nvSpPr>
          <p:cNvPr id="10" name="Title 1"/>
          <p:cNvSpPr>
            <a:spLocks noGrp="1"/>
          </p:cNvSpPr>
          <p:nvPr>
            <p:ph type="title"/>
          </p:nvPr>
        </p:nvSpPr>
        <p:spPr>
          <a:xfrm>
            <a:off x="269158" y="204829"/>
            <a:ext cx="6944443" cy="657953"/>
          </a:xfrm>
        </p:spPr>
        <p:txBody>
          <a:bodyPr anchor="t">
            <a:noAutofit/>
          </a:bodyPr>
          <a:lstStyle/>
          <a:p>
            <a:r>
              <a:rPr lang="en-US"/>
              <a:t>Click to edit Master title style</a:t>
            </a:r>
            <a:endParaRPr lang="en-US" dirty="0"/>
          </a:p>
        </p:txBody>
      </p:sp>
      <p:sp>
        <p:nvSpPr>
          <p:cNvPr id="11" name="Text Placeholder 6"/>
          <p:cNvSpPr>
            <a:spLocks noGrp="1"/>
          </p:cNvSpPr>
          <p:nvPr>
            <p:ph type="body" sz="quarter" idx="13" hasCustomPrompt="1"/>
          </p:nvPr>
        </p:nvSpPr>
        <p:spPr>
          <a:xfrm>
            <a:off x="264849" y="857363"/>
            <a:ext cx="6948752" cy="311037"/>
          </a:xfrm>
        </p:spPr>
        <p:txBody>
          <a:bodyPr lIns="91440" tIns="0" rIns="91440" bIns="0" anchor="b" anchorCtr="0">
            <a:noAutofit/>
          </a:bodyPr>
          <a:lstStyle>
            <a:lvl1pPr>
              <a:defRPr sz="1800">
                <a:solidFill>
                  <a:schemeClr val="accent3"/>
                </a:solidFill>
              </a:defRPr>
            </a:lvl1pPr>
          </a:lstStyle>
          <a:p>
            <a:pPr lvl="0"/>
            <a:r>
              <a:rPr lang="en-US" dirty="0"/>
              <a:t>Subtitle text style</a:t>
            </a:r>
          </a:p>
        </p:txBody>
      </p:sp>
      <p:sp>
        <p:nvSpPr>
          <p:cNvPr id="12" name="Footer Placeholder 11"/>
          <p:cNvSpPr>
            <a:spLocks noGrp="1"/>
          </p:cNvSpPr>
          <p:nvPr>
            <p:ph type="ftr" sz="quarter" idx="3"/>
          </p:nvPr>
        </p:nvSpPr>
        <p:spPr>
          <a:xfrm>
            <a:off x="1320266" y="6527425"/>
            <a:ext cx="3086100" cy="144491"/>
          </a:xfrm>
          <a:prstGeom prst="rect">
            <a:avLst/>
          </a:prstGeom>
        </p:spPr>
        <p:txBody>
          <a:bodyPr vert="horz" lIns="68580" tIns="34290" rIns="68580" bIns="34290" rtlCol="0" anchor="ctr"/>
          <a:lstStyle>
            <a:lvl1pPr algn="l">
              <a:defRPr sz="600">
                <a:solidFill>
                  <a:schemeClr val="accent3"/>
                </a:solidFill>
              </a:defRPr>
            </a:lvl1pPr>
          </a:lstStyle>
          <a:p>
            <a:r>
              <a:rPr lang="en-US" dirty="0"/>
              <a:t>To edit go to: Insert &gt; Header and Footer</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Lines - Title, Subtitle and Cont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accent6"/>
                </a:solidFill>
              </a:defRPr>
            </a:lvl1pPr>
          </a:lstStyle>
          <a:p>
            <a:fld id="{3A5D2E96-09D4-684C-BDED-6024B7F4284C}" type="slidenum">
              <a:rPr lang="en-US" smtClean="0"/>
              <a:pPr/>
              <a:t>‹#›</a:t>
            </a:fld>
            <a:endParaRPr lang="en-US"/>
          </a:p>
        </p:txBody>
      </p:sp>
      <p:sp>
        <p:nvSpPr>
          <p:cNvPr id="9" name="Title 1"/>
          <p:cNvSpPr>
            <a:spLocks noGrp="1"/>
          </p:cNvSpPr>
          <p:nvPr>
            <p:ph type="title" hasCustomPrompt="1"/>
          </p:nvPr>
        </p:nvSpPr>
        <p:spPr>
          <a:xfrm>
            <a:off x="269157" y="206477"/>
            <a:ext cx="6944443" cy="1012723"/>
          </a:xfrm>
        </p:spPr>
        <p:txBody>
          <a:bodyPr anchor="t">
            <a:noAutofit/>
          </a:bodyPr>
          <a:lstStyle/>
          <a:p>
            <a:r>
              <a:rPr lang="en-US"/>
              <a:t>Click to edit Master title style</a:t>
            </a:r>
            <a:br>
              <a:rPr lang="en-US"/>
            </a:br>
            <a:r>
              <a:rPr lang="en-US"/>
              <a:t>Click to edit Master title style</a:t>
            </a:r>
          </a:p>
        </p:txBody>
      </p:sp>
      <p:sp>
        <p:nvSpPr>
          <p:cNvPr id="8" name="Title 2"/>
          <p:cNvSpPr txBox="1">
            <a:spLocks/>
          </p:cNvSpPr>
          <p:nvPr userDrawn="1"/>
        </p:nvSpPr>
        <p:spPr>
          <a:xfrm>
            <a:off x="6349490" y="100694"/>
            <a:ext cx="2794510" cy="208269"/>
          </a:xfrm>
          <a:prstGeom prst="rect">
            <a:avLst/>
          </a:prstGeom>
        </p:spPr>
        <p:txBody>
          <a:bodyPr vert="horz" lIns="91440" tIns="0" rIns="91440" bIns="0" rtlCol="0" anchor="t">
            <a:noAutofit/>
          </a:bodyPr>
          <a:lstStyle>
            <a:lvl1pPr algn="l" defTabSz="685800" rtl="0" eaLnBrk="1" latinLnBrk="0" hangingPunct="1">
              <a:lnSpc>
                <a:spcPct val="90000"/>
              </a:lnSpc>
              <a:spcBef>
                <a:spcPct val="0"/>
              </a:spcBef>
              <a:buNone/>
              <a:defRPr sz="2000" kern="1200" baseline="0">
                <a:solidFill>
                  <a:srgbClr val="006AB6"/>
                </a:solidFill>
                <a:latin typeface="Arial" charset="0"/>
                <a:ea typeface="+mj-ea"/>
                <a:cs typeface="+mj-cs"/>
              </a:defRPr>
            </a:lvl1pPr>
          </a:lstStyle>
          <a:p>
            <a:pPr algn="r"/>
            <a:r>
              <a:rPr lang="en-US" sz="800" dirty="0">
                <a:solidFill>
                  <a:prstClr val="white">
                    <a:lumMod val="65000"/>
                  </a:prstClr>
                </a:solidFill>
                <a:ea typeface="Arial" charset="0"/>
                <a:cs typeface="Arial" charset="0"/>
              </a:rPr>
              <a:t>Confidential </a:t>
            </a:r>
            <a:r>
              <a:rPr lang="mr-IN" sz="800" dirty="0">
                <a:solidFill>
                  <a:prstClr val="white">
                    <a:lumMod val="65000"/>
                  </a:prstClr>
                </a:solidFill>
                <a:ea typeface="Arial" charset="0"/>
                <a:cs typeface="Arial" charset="0"/>
              </a:rPr>
              <a:t>–</a:t>
            </a:r>
            <a:r>
              <a:rPr lang="en-US" sz="800" dirty="0">
                <a:solidFill>
                  <a:prstClr val="white">
                    <a:lumMod val="65000"/>
                  </a:prstClr>
                </a:solidFill>
                <a:ea typeface="Arial" charset="0"/>
                <a:cs typeface="Arial" charset="0"/>
              </a:rPr>
              <a:t> for internal use only</a:t>
            </a:r>
          </a:p>
        </p:txBody>
      </p:sp>
      <p:sp>
        <p:nvSpPr>
          <p:cNvPr id="13" name="Content Placeholder 2"/>
          <p:cNvSpPr>
            <a:spLocks noGrp="1"/>
          </p:cNvSpPr>
          <p:nvPr>
            <p:ph idx="1"/>
          </p:nvPr>
        </p:nvSpPr>
        <p:spPr>
          <a:xfrm>
            <a:off x="267313" y="1977230"/>
            <a:ext cx="8581720" cy="4281001"/>
          </a:xfrm>
        </p:spPr>
        <p:txBody>
          <a:bodyPr>
            <a:noAutofit/>
          </a:bodyPr>
          <a:lstStyle>
            <a:lvl1pPr>
              <a:lnSpc>
                <a:spcPct val="140000"/>
              </a:lnSpc>
              <a:defRPr sz="2200"/>
            </a:lvl1pPr>
            <a:lvl2pPr>
              <a:lnSpc>
                <a:spcPct val="140000"/>
              </a:lnSpc>
              <a:defRPr sz="2200"/>
            </a:lvl2pPr>
            <a:lvl3pPr>
              <a:lnSpc>
                <a:spcPct val="140000"/>
              </a:lnSpc>
              <a:defRPr sz="2200"/>
            </a:lvl3pPr>
            <a:lvl4pPr>
              <a:lnSpc>
                <a:spcPct val="140000"/>
              </a:lnSpc>
              <a:defRPr sz="2200"/>
            </a:lvl4pPr>
            <a:lvl5pPr>
              <a:lnSpc>
                <a:spcPct val="140000"/>
              </a:lnSpc>
              <a:defRPr sz="2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6"/>
          <p:cNvSpPr>
            <a:spLocks noGrp="1"/>
          </p:cNvSpPr>
          <p:nvPr>
            <p:ph type="body" sz="quarter" idx="13" hasCustomPrompt="1"/>
          </p:nvPr>
        </p:nvSpPr>
        <p:spPr>
          <a:xfrm>
            <a:off x="264849" y="1219200"/>
            <a:ext cx="6948752" cy="311037"/>
          </a:xfrm>
        </p:spPr>
        <p:txBody>
          <a:bodyPr lIns="91440" tIns="0" rIns="91440" bIns="0" anchor="b" anchorCtr="0">
            <a:noAutofit/>
          </a:bodyPr>
          <a:lstStyle>
            <a:lvl1pPr>
              <a:defRPr sz="1800">
                <a:solidFill>
                  <a:schemeClr val="accent3"/>
                </a:solidFill>
              </a:defRPr>
            </a:lvl1pPr>
          </a:lstStyle>
          <a:p>
            <a:pPr lvl="0"/>
            <a:r>
              <a:rPr lang="en-US" dirty="0"/>
              <a:t>Subtitle text style</a:t>
            </a:r>
          </a:p>
        </p:txBody>
      </p:sp>
      <p:sp>
        <p:nvSpPr>
          <p:cNvPr id="14" name="Footer Placeholder 11"/>
          <p:cNvSpPr>
            <a:spLocks noGrp="1"/>
          </p:cNvSpPr>
          <p:nvPr>
            <p:ph type="ftr" sz="quarter" idx="3"/>
          </p:nvPr>
        </p:nvSpPr>
        <p:spPr>
          <a:xfrm>
            <a:off x="1320266" y="6527425"/>
            <a:ext cx="3086100" cy="144491"/>
          </a:xfrm>
          <a:prstGeom prst="rect">
            <a:avLst/>
          </a:prstGeom>
        </p:spPr>
        <p:txBody>
          <a:bodyPr vert="horz" lIns="68580" tIns="34290" rIns="68580" bIns="34290" rtlCol="0" anchor="ctr"/>
          <a:lstStyle>
            <a:lvl1pPr algn="l">
              <a:defRPr sz="600">
                <a:solidFill>
                  <a:schemeClr val="accent3"/>
                </a:solidFill>
              </a:defRPr>
            </a:lvl1pPr>
          </a:lstStyle>
          <a:p>
            <a:r>
              <a:rPr lang="en-US" dirty="0"/>
              <a:t>To edit go to: Insert &gt; Header and Footer</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lines, Title + Subtitl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accent6"/>
                </a:solidFill>
              </a:defRPr>
            </a:lvl1pPr>
          </a:lstStyle>
          <a:p>
            <a:fld id="{3A5D2E96-09D4-684C-BDED-6024B7F4284C}" type="slidenum">
              <a:rPr lang="en-US" smtClean="0"/>
              <a:pPr/>
              <a:t>‹#›</a:t>
            </a:fld>
            <a:endParaRPr lang="en-US"/>
          </a:p>
        </p:txBody>
      </p:sp>
      <p:sp>
        <p:nvSpPr>
          <p:cNvPr id="8" name="Title 2"/>
          <p:cNvSpPr txBox="1">
            <a:spLocks/>
          </p:cNvSpPr>
          <p:nvPr userDrawn="1"/>
        </p:nvSpPr>
        <p:spPr>
          <a:xfrm>
            <a:off x="6349490" y="100694"/>
            <a:ext cx="2794510" cy="208269"/>
          </a:xfrm>
          <a:prstGeom prst="rect">
            <a:avLst/>
          </a:prstGeom>
        </p:spPr>
        <p:txBody>
          <a:bodyPr vert="horz" lIns="91440" tIns="0" rIns="91440" bIns="0" rtlCol="0" anchor="t">
            <a:noAutofit/>
          </a:bodyPr>
          <a:lstStyle>
            <a:lvl1pPr algn="l" defTabSz="685800" rtl="0" eaLnBrk="1" latinLnBrk="0" hangingPunct="1">
              <a:lnSpc>
                <a:spcPct val="90000"/>
              </a:lnSpc>
              <a:spcBef>
                <a:spcPct val="0"/>
              </a:spcBef>
              <a:buNone/>
              <a:defRPr sz="2000" kern="1200" baseline="0">
                <a:solidFill>
                  <a:srgbClr val="006AB6"/>
                </a:solidFill>
                <a:latin typeface="Arial" charset="0"/>
                <a:ea typeface="+mj-ea"/>
                <a:cs typeface="+mj-cs"/>
              </a:defRPr>
            </a:lvl1pPr>
          </a:lstStyle>
          <a:p>
            <a:pPr algn="r"/>
            <a:r>
              <a:rPr lang="en-US" sz="800" dirty="0">
                <a:solidFill>
                  <a:prstClr val="white">
                    <a:lumMod val="65000"/>
                  </a:prstClr>
                </a:solidFill>
                <a:ea typeface="Arial" charset="0"/>
                <a:cs typeface="Arial" charset="0"/>
              </a:rPr>
              <a:t>Confidential </a:t>
            </a:r>
            <a:r>
              <a:rPr lang="mr-IN" sz="800" dirty="0">
                <a:solidFill>
                  <a:prstClr val="white">
                    <a:lumMod val="65000"/>
                  </a:prstClr>
                </a:solidFill>
                <a:ea typeface="Arial" charset="0"/>
                <a:cs typeface="Arial" charset="0"/>
              </a:rPr>
              <a:t>–</a:t>
            </a:r>
            <a:r>
              <a:rPr lang="en-US" sz="800" dirty="0">
                <a:solidFill>
                  <a:prstClr val="white">
                    <a:lumMod val="65000"/>
                  </a:prstClr>
                </a:solidFill>
                <a:ea typeface="Arial" charset="0"/>
                <a:cs typeface="Arial" charset="0"/>
              </a:rPr>
              <a:t> for internal use only</a:t>
            </a:r>
          </a:p>
        </p:txBody>
      </p:sp>
      <p:sp>
        <p:nvSpPr>
          <p:cNvPr id="7" name="Title 1"/>
          <p:cNvSpPr>
            <a:spLocks noGrp="1"/>
          </p:cNvSpPr>
          <p:nvPr>
            <p:ph type="title" hasCustomPrompt="1"/>
          </p:nvPr>
        </p:nvSpPr>
        <p:spPr>
          <a:xfrm>
            <a:off x="269157" y="206477"/>
            <a:ext cx="6944443" cy="1012723"/>
          </a:xfrm>
        </p:spPr>
        <p:txBody>
          <a:bodyPr anchor="t">
            <a:noAutofit/>
          </a:bodyPr>
          <a:lstStyle/>
          <a:p>
            <a:r>
              <a:rPr lang="en-US" dirty="0"/>
              <a:t>Click to edit Master title style</a:t>
            </a:r>
            <a:br>
              <a:rPr lang="en-US" dirty="0"/>
            </a:br>
            <a:r>
              <a:rPr lang="en-US" dirty="0"/>
              <a:t>Click to edit Master title style</a:t>
            </a:r>
          </a:p>
        </p:txBody>
      </p:sp>
      <p:sp>
        <p:nvSpPr>
          <p:cNvPr id="11" name="Text Placeholder 6"/>
          <p:cNvSpPr>
            <a:spLocks noGrp="1"/>
          </p:cNvSpPr>
          <p:nvPr>
            <p:ph type="body" sz="quarter" idx="13" hasCustomPrompt="1"/>
          </p:nvPr>
        </p:nvSpPr>
        <p:spPr>
          <a:xfrm>
            <a:off x="264849" y="1219200"/>
            <a:ext cx="6948752" cy="311037"/>
          </a:xfrm>
        </p:spPr>
        <p:txBody>
          <a:bodyPr lIns="91440" tIns="0" rIns="91440" bIns="0" anchor="b" anchorCtr="0">
            <a:noAutofit/>
          </a:bodyPr>
          <a:lstStyle>
            <a:lvl1pPr>
              <a:defRPr sz="1800">
                <a:solidFill>
                  <a:schemeClr val="accent3"/>
                </a:solidFill>
              </a:defRPr>
            </a:lvl1pPr>
          </a:lstStyle>
          <a:p>
            <a:pPr lvl="0"/>
            <a:r>
              <a:rPr lang="en-US" dirty="0"/>
              <a:t>Subtitle text style</a:t>
            </a:r>
          </a:p>
        </p:txBody>
      </p:sp>
      <p:sp>
        <p:nvSpPr>
          <p:cNvPr id="12" name="Footer Placeholder 11"/>
          <p:cNvSpPr>
            <a:spLocks noGrp="1"/>
          </p:cNvSpPr>
          <p:nvPr>
            <p:ph type="ftr" sz="quarter" idx="3"/>
          </p:nvPr>
        </p:nvSpPr>
        <p:spPr>
          <a:xfrm>
            <a:off x="1320266" y="6527425"/>
            <a:ext cx="3086100" cy="144491"/>
          </a:xfrm>
          <a:prstGeom prst="rect">
            <a:avLst/>
          </a:prstGeom>
        </p:spPr>
        <p:txBody>
          <a:bodyPr vert="horz" lIns="68580" tIns="34290" rIns="68580" bIns="34290" rtlCol="0" anchor="ctr"/>
          <a:lstStyle>
            <a:lvl1pPr algn="l">
              <a:defRPr sz="600">
                <a:solidFill>
                  <a:schemeClr val="accent3"/>
                </a:solidFill>
              </a:defRPr>
            </a:lvl1pPr>
          </a:lstStyle>
          <a:p>
            <a:r>
              <a:rPr lang="en-US" dirty="0"/>
              <a:t>To edit go to: Insert &gt; Header and Footer</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Navigation 1">
    <p:spTree>
      <p:nvGrpSpPr>
        <p:cNvPr id="1" name=""/>
        <p:cNvGrpSpPr/>
        <p:nvPr/>
      </p:nvGrpSpPr>
      <p:grpSpPr>
        <a:xfrm>
          <a:off x="0" y="0"/>
          <a:ext cx="0" cy="0"/>
          <a:chOff x="0" y="0"/>
          <a:chExt cx="0" cy="0"/>
        </a:xfrm>
      </p:grpSpPr>
      <p:sp>
        <p:nvSpPr>
          <p:cNvPr id="2" name="Title 1"/>
          <p:cNvSpPr>
            <a:spLocks noGrp="1"/>
          </p:cNvSpPr>
          <p:nvPr>
            <p:ph type="title"/>
          </p:nvPr>
        </p:nvSpPr>
        <p:spPr>
          <a:xfrm>
            <a:off x="269157" y="204829"/>
            <a:ext cx="6944443" cy="657953"/>
          </a:xfrm>
        </p:spPr>
        <p:txBody>
          <a:bodyPr anchor="t">
            <a:noAutofit/>
          </a:bodyPr>
          <a:lstStyle/>
          <a:p>
            <a:r>
              <a:rPr lang="en-US" dirty="0"/>
              <a:t>Click to edit Master title style</a:t>
            </a:r>
          </a:p>
        </p:txBody>
      </p:sp>
      <p:sp>
        <p:nvSpPr>
          <p:cNvPr id="6" name="Slide Number Placeholder 5"/>
          <p:cNvSpPr>
            <a:spLocks noGrp="1"/>
          </p:cNvSpPr>
          <p:nvPr>
            <p:ph type="sldNum" sz="quarter" idx="12"/>
          </p:nvPr>
        </p:nvSpPr>
        <p:spPr/>
        <p:txBody>
          <a:bodyPr/>
          <a:lstStyle>
            <a:lvl1pPr>
              <a:defRPr>
                <a:solidFill>
                  <a:schemeClr val="accent6"/>
                </a:solidFill>
              </a:defRPr>
            </a:lvl1pPr>
          </a:lstStyle>
          <a:p>
            <a:fld id="{3A5D2E96-09D4-684C-BDED-6024B7F4284C}" type="slidenum">
              <a:rPr lang="en-US" smtClean="0"/>
              <a:pPr/>
              <a:t>‹#›</a:t>
            </a:fld>
            <a:endParaRPr lang="en-US"/>
          </a:p>
        </p:txBody>
      </p:sp>
      <p:sp>
        <p:nvSpPr>
          <p:cNvPr id="22" name="Text Placeholder 21"/>
          <p:cNvSpPr>
            <a:spLocks noGrp="1"/>
          </p:cNvSpPr>
          <p:nvPr>
            <p:ph type="body" sz="quarter" idx="15" hasCustomPrompt="1"/>
          </p:nvPr>
        </p:nvSpPr>
        <p:spPr>
          <a:xfrm>
            <a:off x="278342" y="1032008"/>
            <a:ext cx="1369427" cy="402891"/>
          </a:xfrm>
        </p:spPr>
        <p:txBody>
          <a:bodyPr anchor="ctr" anchorCtr="1">
            <a:noAutofit/>
          </a:bodyPr>
          <a:lstStyle>
            <a:lvl1pPr algn="ctr">
              <a:lnSpc>
                <a:spcPts val="700"/>
              </a:lnSpc>
              <a:spcBef>
                <a:spcPts val="0"/>
              </a:spcBef>
              <a:defRPr sz="1100" b="1" baseline="0"/>
            </a:lvl1pPr>
          </a:lstStyle>
          <a:p>
            <a:pPr lvl="0"/>
            <a:r>
              <a:rPr lang="en-US" dirty="0"/>
              <a:t>Item 1</a:t>
            </a:r>
          </a:p>
        </p:txBody>
      </p:sp>
      <p:sp>
        <p:nvSpPr>
          <p:cNvPr id="23" name="Text Placeholder 21"/>
          <p:cNvSpPr>
            <a:spLocks noGrp="1"/>
          </p:cNvSpPr>
          <p:nvPr>
            <p:ph type="body" sz="quarter" idx="16" hasCustomPrompt="1"/>
          </p:nvPr>
        </p:nvSpPr>
        <p:spPr>
          <a:xfrm>
            <a:off x="1934191" y="1032008"/>
            <a:ext cx="1372633" cy="402891"/>
          </a:xfrm>
        </p:spPr>
        <p:txBody>
          <a:bodyPr anchor="ctr" anchorCtr="1">
            <a:noAutofit/>
          </a:bodyPr>
          <a:lstStyle>
            <a:lvl1pPr algn="ctr">
              <a:lnSpc>
                <a:spcPts val="700"/>
              </a:lnSpc>
              <a:spcBef>
                <a:spcPts val="0"/>
              </a:spcBef>
              <a:defRPr sz="1100" b="1" baseline="0"/>
            </a:lvl1pPr>
          </a:lstStyle>
          <a:p>
            <a:pPr lvl="0"/>
            <a:r>
              <a:rPr lang="en-US" dirty="0"/>
              <a:t>Item 2</a:t>
            </a:r>
          </a:p>
        </p:txBody>
      </p:sp>
      <p:sp>
        <p:nvSpPr>
          <p:cNvPr id="25" name="Text Placeholder 21"/>
          <p:cNvSpPr>
            <a:spLocks noGrp="1"/>
          </p:cNvSpPr>
          <p:nvPr>
            <p:ph type="body" sz="quarter" idx="18" hasCustomPrompt="1"/>
          </p:nvPr>
        </p:nvSpPr>
        <p:spPr>
          <a:xfrm>
            <a:off x="5268009" y="1032008"/>
            <a:ext cx="1356924" cy="402891"/>
          </a:xfrm>
        </p:spPr>
        <p:txBody>
          <a:bodyPr anchor="ctr" anchorCtr="1">
            <a:noAutofit/>
          </a:bodyPr>
          <a:lstStyle>
            <a:lvl1pPr algn="ctr">
              <a:lnSpc>
                <a:spcPts val="700"/>
              </a:lnSpc>
              <a:spcBef>
                <a:spcPts val="0"/>
              </a:spcBef>
              <a:defRPr sz="1100" b="1" baseline="0"/>
            </a:lvl1pPr>
          </a:lstStyle>
          <a:p>
            <a:pPr lvl="0"/>
            <a:r>
              <a:rPr lang="en-US" dirty="0"/>
              <a:t>Item 4</a:t>
            </a:r>
          </a:p>
        </p:txBody>
      </p:sp>
      <p:sp>
        <p:nvSpPr>
          <p:cNvPr id="26" name="Text Placeholder 21"/>
          <p:cNvSpPr>
            <a:spLocks noGrp="1"/>
          </p:cNvSpPr>
          <p:nvPr>
            <p:ph type="body" sz="quarter" idx="19" hasCustomPrompt="1"/>
          </p:nvPr>
        </p:nvSpPr>
        <p:spPr>
          <a:xfrm>
            <a:off x="6911357" y="1032008"/>
            <a:ext cx="1372633" cy="402891"/>
          </a:xfrm>
        </p:spPr>
        <p:txBody>
          <a:bodyPr anchor="ctr" anchorCtr="1">
            <a:noAutofit/>
          </a:bodyPr>
          <a:lstStyle>
            <a:lvl1pPr algn="ctr">
              <a:lnSpc>
                <a:spcPts val="700"/>
              </a:lnSpc>
              <a:spcBef>
                <a:spcPts val="0"/>
              </a:spcBef>
              <a:defRPr sz="1100" b="1" baseline="0"/>
            </a:lvl1pPr>
          </a:lstStyle>
          <a:p>
            <a:pPr lvl="0"/>
            <a:r>
              <a:rPr lang="en-US" dirty="0"/>
              <a:t>Item 5</a:t>
            </a:r>
          </a:p>
        </p:txBody>
      </p:sp>
      <p:sp>
        <p:nvSpPr>
          <p:cNvPr id="16" name="Title 2"/>
          <p:cNvSpPr txBox="1">
            <a:spLocks/>
          </p:cNvSpPr>
          <p:nvPr userDrawn="1"/>
        </p:nvSpPr>
        <p:spPr>
          <a:xfrm>
            <a:off x="6349490" y="100694"/>
            <a:ext cx="2794510" cy="208269"/>
          </a:xfrm>
          <a:prstGeom prst="rect">
            <a:avLst/>
          </a:prstGeom>
        </p:spPr>
        <p:txBody>
          <a:bodyPr vert="horz" lIns="91440" tIns="0" rIns="91440" bIns="0" rtlCol="0" anchor="t">
            <a:noAutofit/>
          </a:bodyPr>
          <a:lstStyle>
            <a:lvl1pPr algn="l" defTabSz="685800" rtl="0" eaLnBrk="1" latinLnBrk="0" hangingPunct="1">
              <a:lnSpc>
                <a:spcPct val="90000"/>
              </a:lnSpc>
              <a:spcBef>
                <a:spcPct val="0"/>
              </a:spcBef>
              <a:buNone/>
              <a:defRPr sz="2000" kern="1200" baseline="0">
                <a:solidFill>
                  <a:srgbClr val="006AB6"/>
                </a:solidFill>
                <a:latin typeface="Arial" charset="0"/>
                <a:ea typeface="+mj-ea"/>
                <a:cs typeface="+mj-cs"/>
              </a:defRPr>
            </a:lvl1pPr>
          </a:lstStyle>
          <a:p>
            <a:pPr algn="r"/>
            <a:r>
              <a:rPr lang="en-US" sz="800" dirty="0">
                <a:solidFill>
                  <a:prstClr val="white">
                    <a:lumMod val="65000"/>
                  </a:prstClr>
                </a:solidFill>
                <a:ea typeface="Arial" charset="0"/>
                <a:cs typeface="Arial" charset="0"/>
              </a:rPr>
              <a:t>Confidential </a:t>
            </a:r>
            <a:r>
              <a:rPr lang="mr-IN" sz="800" dirty="0">
                <a:solidFill>
                  <a:prstClr val="white">
                    <a:lumMod val="65000"/>
                  </a:prstClr>
                </a:solidFill>
                <a:ea typeface="Arial" charset="0"/>
                <a:cs typeface="Arial" charset="0"/>
              </a:rPr>
              <a:t>–</a:t>
            </a:r>
            <a:r>
              <a:rPr lang="en-US" sz="800" dirty="0">
                <a:solidFill>
                  <a:prstClr val="white">
                    <a:lumMod val="65000"/>
                  </a:prstClr>
                </a:solidFill>
                <a:ea typeface="Arial" charset="0"/>
                <a:cs typeface="Arial" charset="0"/>
              </a:rPr>
              <a:t> for internal use only</a:t>
            </a:r>
          </a:p>
        </p:txBody>
      </p:sp>
      <p:sp>
        <p:nvSpPr>
          <p:cNvPr id="4" name="Rectangle 3"/>
          <p:cNvSpPr/>
          <p:nvPr userDrawn="1"/>
        </p:nvSpPr>
        <p:spPr>
          <a:xfrm>
            <a:off x="275136" y="1434899"/>
            <a:ext cx="1372633" cy="60959"/>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1934191" y="1434899"/>
            <a:ext cx="1372633" cy="60959"/>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3593246" y="1433851"/>
            <a:ext cx="1372633"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5252300" y="1434899"/>
            <a:ext cx="1372633" cy="60959"/>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userDrawn="1"/>
        </p:nvSpPr>
        <p:spPr>
          <a:xfrm>
            <a:off x="6911357" y="1434899"/>
            <a:ext cx="1372633" cy="60959"/>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Placeholder 21"/>
          <p:cNvSpPr>
            <a:spLocks noGrp="1"/>
          </p:cNvSpPr>
          <p:nvPr>
            <p:ph type="body" sz="quarter" idx="20" hasCustomPrompt="1"/>
          </p:nvPr>
        </p:nvSpPr>
        <p:spPr>
          <a:xfrm>
            <a:off x="3593246" y="1032008"/>
            <a:ext cx="1372633" cy="402891"/>
          </a:xfrm>
        </p:spPr>
        <p:txBody>
          <a:bodyPr anchor="ctr" anchorCtr="1">
            <a:noAutofit/>
          </a:bodyPr>
          <a:lstStyle>
            <a:lvl1pPr algn="ctr">
              <a:lnSpc>
                <a:spcPts val="700"/>
              </a:lnSpc>
              <a:spcBef>
                <a:spcPts val="0"/>
              </a:spcBef>
              <a:defRPr sz="1100" b="1" baseline="0"/>
            </a:lvl1pPr>
          </a:lstStyle>
          <a:p>
            <a:pPr lvl="0"/>
            <a:r>
              <a:rPr lang="en-US" dirty="0"/>
              <a:t>Item 3</a:t>
            </a:r>
          </a:p>
        </p:txBody>
      </p:sp>
      <p:sp>
        <p:nvSpPr>
          <p:cNvPr id="17" name="Content Placeholder 2"/>
          <p:cNvSpPr>
            <a:spLocks noGrp="1"/>
          </p:cNvSpPr>
          <p:nvPr>
            <p:ph idx="1"/>
          </p:nvPr>
        </p:nvSpPr>
        <p:spPr>
          <a:xfrm>
            <a:off x="267313" y="1696284"/>
            <a:ext cx="8581720" cy="4281001"/>
          </a:xfrm>
        </p:spPr>
        <p:txBody>
          <a:bodyPr>
            <a:noAutofit/>
          </a:bodyPr>
          <a:lstStyle>
            <a:lvl1pPr>
              <a:lnSpc>
                <a:spcPct val="140000"/>
              </a:lnSpc>
              <a:defRPr sz="2200"/>
            </a:lvl1pPr>
            <a:lvl2pPr>
              <a:lnSpc>
                <a:spcPct val="140000"/>
              </a:lnSpc>
              <a:defRPr sz="2200"/>
            </a:lvl2pPr>
            <a:lvl3pPr>
              <a:lnSpc>
                <a:spcPct val="140000"/>
              </a:lnSpc>
              <a:defRPr sz="2200"/>
            </a:lvl3pPr>
            <a:lvl4pPr>
              <a:lnSpc>
                <a:spcPct val="140000"/>
              </a:lnSpc>
              <a:defRPr sz="2200"/>
            </a:lvl4pPr>
            <a:lvl5pPr>
              <a:lnSpc>
                <a:spcPct val="140000"/>
              </a:lnSpc>
              <a:defRPr sz="2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Footer Placeholder 11"/>
          <p:cNvSpPr>
            <a:spLocks noGrp="1"/>
          </p:cNvSpPr>
          <p:nvPr>
            <p:ph type="ftr" sz="quarter" idx="3"/>
          </p:nvPr>
        </p:nvSpPr>
        <p:spPr>
          <a:xfrm>
            <a:off x="1320266" y="6527425"/>
            <a:ext cx="3086100" cy="144491"/>
          </a:xfrm>
          <a:prstGeom prst="rect">
            <a:avLst/>
          </a:prstGeom>
        </p:spPr>
        <p:txBody>
          <a:bodyPr vert="horz" lIns="68580" tIns="34290" rIns="68580" bIns="34290" rtlCol="0" anchor="ctr"/>
          <a:lstStyle>
            <a:lvl1pPr algn="l">
              <a:defRPr sz="600">
                <a:solidFill>
                  <a:schemeClr val="accent3"/>
                </a:solidFill>
              </a:defRPr>
            </a:lvl1pPr>
          </a:lstStyle>
          <a:p>
            <a:r>
              <a:rPr lang="en-US" dirty="0"/>
              <a:t>To edit go to: Insert &gt; Header and Footer</a:t>
            </a:r>
          </a:p>
        </p:txBody>
      </p:sp>
    </p:spTree>
    <p:extLst>
      <p:ext uri="{BB962C8B-B14F-4D97-AF65-F5344CB8AC3E}">
        <p14:creationId xmlns:p14="http://schemas.microsoft.com/office/powerpoint/2010/main" val="682559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Navigation 2">
    <p:spTree>
      <p:nvGrpSpPr>
        <p:cNvPr id="1" name=""/>
        <p:cNvGrpSpPr/>
        <p:nvPr/>
      </p:nvGrpSpPr>
      <p:grpSpPr>
        <a:xfrm>
          <a:off x="0" y="0"/>
          <a:ext cx="0" cy="0"/>
          <a:chOff x="0" y="0"/>
          <a:chExt cx="0" cy="0"/>
        </a:xfrm>
      </p:grpSpPr>
      <p:sp>
        <p:nvSpPr>
          <p:cNvPr id="20" name="Rectangle 19"/>
          <p:cNvSpPr/>
          <p:nvPr userDrawn="1"/>
        </p:nvSpPr>
        <p:spPr>
          <a:xfrm>
            <a:off x="3219042" y="1020719"/>
            <a:ext cx="1394596" cy="414180"/>
          </a:xfrm>
          <a:prstGeom prst="rect">
            <a:avLst/>
          </a:prstGeom>
          <a:solidFill>
            <a:schemeClr val="accent1"/>
          </a:solidFill>
          <a:ln w="25400" cap="rnd" cmpd="sng">
            <a:solidFill>
              <a:schemeClr val="accent1"/>
            </a:solidFill>
            <a:prstDash val="sysDot"/>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69157" y="204829"/>
            <a:ext cx="6944443" cy="657953"/>
          </a:xfrm>
        </p:spPr>
        <p:txBody>
          <a:bodyPr anchor="t">
            <a:noAutofit/>
          </a:bodyPr>
          <a:lstStyle/>
          <a:p>
            <a:r>
              <a:rPr lang="en-US" dirty="0"/>
              <a:t>Click to edit Master title style</a:t>
            </a:r>
          </a:p>
        </p:txBody>
      </p:sp>
      <p:sp>
        <p:nvSpPr>
          <p:cNvPr id="6" name="Slide Number Placeholder 5"/>
          <p:cNvSpPr>
            <a:spLocks noGrp="1"/>
          </p:cNvSpPr>
          <p:nvPr>
            <p:ph type="sldNum" sz="quarter" idx="12"/>
          </p:nvPr>
        </p:nvSpPr>
        <p:spPr/>
        <p:txBody>
          <a:bodyPr/>
          <a:lstStyle>
            <a:lvl1pPr>
              <a:defRPr>
                <a:solidFill>
                  <a:schemeClr val="accent6"/>
                </a:solidFill>
              </a:defRPr>
            </a:lvl1pPr>
          </a:lstStyle>
          <a:p>
            <a:fld id="{3A5D2E96-09D4-684C-BDED-6024B7F4284C}" type="slidenum">
              <a:rPr lang="en-US" smtClean="0"/>
              <a:pPr/>
              <a:t>‹#›</a:t>
            </a:fld>
            <a:endParaRPr lang="en-US"/>
          </a:p>
        </p:txBody>
      </p:sp>
      <p:sp>
        <p:nvSpPr>
          <p:cNvPr id="22" name="Text Placeholder 21"/>
          <p:cNvSpPr>
            <a:spLocks noGrp="1"/>
          </p:cNvSpPr>
          <p:nvPr>
            <p:ph type="body" sz="quarter" idx="15" hasCustomPrompt="1"/>
          </p:nvPr>
        </p:nvSpPr>
        <p:spPr>
          <a:xfrm>
            <a:off x="269875" y="1032008"/>
            <a:ext cx="1392034" cy="402891"/>
          </a:xfrm>
          <a:ln>
            <a:solidFill>
              <a:schemeClr val="accent6">
                <a:lumMod val="40000"/>
                <a:lumOff val="60000"/>
              </a:schemeClr>
            </a:solidFill>
          </a:ln>
        </p:spPr>
        <p:txBody>
          <a:bodyPr lIns="0" tIns="36576" rIns="0" bIns="0" anchor="ctr" anchorCtr="1">
            <a:noAutofit/>
          </a:bodyPr>
          <a:lstStyle>
            <a:lvl1pPr algn="ctr">
              <a:lnSpc>
                <a:spcPts val="700"/>
              </a:lnSpc>
              <a:spcBef>
                <a:spcPts val="0"/>
              </a:spcBef>
              <a:defRPr sz="1100" baseline="0"/>
            </a:lvl1pPr>
          </a:lstStyle>
          <a:p>
            <a:pPr lvl="0"/>
            <a:r>
              <a:rPr lang="en-US" dirty="0"/>
              <a:t>Item 1</a:t>
            </a:r>
          </a:p>
        </p:txBody>
      </p:sp>
      <p:sp>
        <p:nvSpPr>
          <p:cNvPr id="23" name="Text Placeholder 21"/>
          <p:cNvSpPr>
            <a:spLocks noGrp="1"/>
          </p:cNvSpPr>
          <p:nvPr>
            <p:ph type="body" sz="quarter" idx="16" hasCustomPrompt="1"/>
          </p:nvPr>
        </p:nvSpPr>
        <p:spPr>
          <a:xfrm>
            <a:off x="1743177" y="1032008"/>
            <a:ext cx="1394596" cy="402891"/>
          </a:xfrm>
          <a:ln>
            <a:solidFill>
              <a:schemeClr val="accent6">
                <a:lumMod val="40000"/>
                <a:lumOff val="60000"/>
              </a:schemeClr>
            </a:solidFill>
          </a:ln>
        </p:spPr>
        <p:txBody>
          <a:bodyPr lIns="0" tIns="36576" rIns="0" bIns="0" anchor="ctr" anchorCtr="1">
            <a:noAutofit/>
          </a:bodyPr>
          <a:lstStyle>
            <a:lvl1pPr algn="ctr">
              <a:lnSpc>
                <a:spcPts val="700"/>
              </a:lnSpc>
              <a:spcBef>
                <a:spcPts val="0"/>
              </a:spcBef>
              <a:defRPr sz="1100" baseline="0"/>
            </a:lvl1pPr>
          </a:lstStyle>
          <a:p>
            <a:pPr lvl="0"/>
            <a:r>
              <a:rPr lang="en-US" dirty="0"/>
              <a:t>Item 2</a:t>
            </a:r>
          </a:p>
        </p:txBody>
      </p:sp>
      <p:sp>
        <p:nvSpPr>
          <p:cNvPr id="24" name="Text Placeholder 21"/>
          <p:cNvSpPr>
            <a:spLocks noGrp="1"/>
          </p:cNvSpPr>
          <p:nvPr>
            <p:ph type="body" sz="quarter" idx="17" hasCustomPrompt="1"/>
          </p:nvPr>
        </p:nvSpPr>
        <p:spPr>
          <a:xfrm>
            <a:off x="3213713" y="1032008"/>
            <a:ext cx="1394596" cy="402891"/>
          </a:xfrm>
        </p:spPr>
        <p:txBody>
          <a:bodyPr tIns="36576" bIns="0" anchor="ctr" anchorCtr="1">
            <a:noAutofit/>
          </a:bodyPr>
          <a:lstStyle>
            <a:lvl1pPr algn="ctr">
              <a:lnSpc>
                <a:spcPts val="700"/>
              </a:lnSpc>
              <a:spcBef>
                <a:spcPts val="0"/>
              </a:spcBef>
              <a:defRPr sz="1100" baseline="0"/>
            </a:lvl1pPr>
          </a:lstStyle>
          <a:p>
            <a:pPr lvl="0"/>
            <a:r>
              <a:rPr lang="en-US" dirty="0"/>
              <a:t>Item 3</a:t>
            </a:r>
          </a:p>
        </p:txBody>
      </p:sp>
      <p:sp>
        <p:nvSpPr>
          <p:cNvPr id="25" name="Text Placeholder 21"/>
          <p:cNvSpPr>
            <a:spLocks noGrp="1"/>
          </p:cNvSpPr>
          <p:nvPr>
            <p:ph type="body" sz="quarter" idx="18" hasCustomPrompt="1"/>
          </p:nvPr>
        </p:nvSpPr>
        <p:spPr>
          <a:xfrm>
            <a:off x="4694907" y="1032008"/>
            <a:ext cx="1394596" cy="402891"/>
          </a:xfrm>
          <a:ln>
            <a:solidFill>
              <a:schemeClr val="accent6">
                <a:lumMod val="40000"/>
                <a:lumOff val="60000"/>
              </a:schemeClr>
            </a:solidFill>
          </a:ln>
        </p:spPr>
        <p:txBody>
          <a:bodyPr lIns="0" tIns="36576" rIns="0" bIns="0" anchor="ctr" anchorCtr="1">
            <a:noAutofit/>
          </a:bodyPr>
          <a:lstStyle>
            <a:lvl1pPr algn="ctr">
              <a:lnSpc>
                <a:spcPts val="700"/>
              </a:lnSpc>
              <a:spcBef>
                <a:spcPts val="0"/>
              </a:spcBef>
              <a:defRPr sz="1100" baseline="0"/>
            </a:lvl1pPr>
          </a:lstStyle>
          <a:p>
            <a:pPr lvl="0"/>
            <a:r>
              <a:rPr lang="en-US" dirty="0"/>
              <a:t>Item 4</a:t>
            </a:r>
          </a:p>
        </p:txBody>
      </p:sp>
      <p:sp>
        <p:nvSpPr>
          <p:cNvPr id="26" name="Text Placeholder 21"/>
          <p:cNvSpPr>
            <a:spLocks noGrp="1"/>
          </p:cNvSpPr>
          <p:nvPr>
            <p:ph type="body" sz="quarter" idx="19" hasCustomPrompt="1"/>
          </p:nvPr>
        </p:nvSpPr>
        <p:spPr>
          <a:xfrm>
            <a:off x="6170771" y="1032008"/>
            <a:ext cx="1394596" cy="402891"/>
          </a:xfrm>
          <a:ln>
            <a:solidFill>
              <a:schemeClr val="accent6">
                <a:lumMod val="40000"/>
                <a:lumOff val="60000"/>
              </a:schemeClr>
            </a:solidFill>
          </a:ln>
        </p:spPr>
        <p:txBody>
          <a:bodyPr lIns="0" tIns="36576" rIns="0" bIns="0" anchor="ctr" anchorCtr="1">
            <a:noAutofit/>
          </a:bodyPr>
          <a:lstStyle>
            <a:lvl1pPr algn="ctr">
              <a:lnSpc>
                <a:spcPts val="700"/>
              </a:lnSpc>
              <a:spcBef>
                <a:spcPts val="0"/>
              </a:spcBef>
              <a:defRPr sz="1100" baseline="0"/>
            </a:lvl1pPr>
          </a:lstStyle>
          <a:p>
            <a:pPr lvl="0"/>
            <a:r>
              <a:rPr lang="en-US" dirty="0"/>
              <a:t>Item 5</a:t>
            </a:r>
          </a:p>
        </p:txBody>
      </p:sp>
      <p:sp>
        <p:nvSpPr>
          <p:cNvPr id="16" name="Title 2"/>
          <p:cNvSpPr txBox="1">
            <a:spLocks/>
          </p:cNvSpPr>
          <p:nvPr userDrawn="1"/>
        </p:nvSpPr>
        <p:spPr>
          <a:xfrm>
            <a:off x="6349490" y="100694"/>
            <a:ext cx="2794510" cy="208269"/>
          </a:xfrm>
          <a:prstGeom prst="rect">
            <a:avLst/>
          </a:prstGeom>
        </p:spPr>
        <p:txBody>
          <a:bodyPr vert="horz" lIns="91440" tIns="0" rIns="91440" bIns="0" rtlCol="0" anchor="t">
            <a:noAutofit/>
          </a:bodyPr>
          <a:lstStyle>
            <a:lvl1pPr algn="l" defTabSz="685800" rtl="0" eaLnBrk="1" latinLnBrk="0" hangingPunct="1">
              <a:lnSpc>
                <a:spcPct val="90000"/>
              </a:lnSpc>
              <a:spcBef>
                <a:spcPct val="0"/>
              </a:spcBef>
              <a:buNone/>
              <a:defRPr sz="2000" kern="1200" baseline="0">
                <a:solidFill>
                  <a:srgbClr val="006AB6"/>
                </a:solidFill>
                <a:latin typeface="Arial" charset="0"/>
                <a:ea typeface="+mj-ea"/>
                <a:cs typeface="+mj-cs"/>
              </a:defRPr>
            </a:lvl1pPr>
          </a:lstStyle>
          <a:p>
            <a:pPr algn="r"/>
            <a:r>
              <a:rPr lang="en-US" sz="800" dirty="0">
                <a:solidFill>
                  <a:prstClr val="white">
                    <a:lumMod val="65000"/>
                  </a:prstClr>
                </a:solidFill>
                <a:ea typeface="Arial" charset="0"/>
                <a:cs typeface="Arial" charset="0"/>
              </a:rPr>
              <a:t>Confidential </a:t>
            </a:r>
            <a:r>
              <a:rPr lang="mr-IN" sz="800" dirty="0">
                <a:solidFill>
                  <a:prstClr val="white">
                    <a:lumMod val="65000"/>
                  </a:prstClr>
                </a:solidFill>
                <a:ea typeface="Arial" charset="0"/>
                <a:cs typeface="Arial" charset="0"/>
              </a:rPr>
              <a:t>–</a:t>
            </a:r>
            <a:r>
              <a:rPr lang="en-US" sz="800" dirty="0">
                <a:solidFill>
                  <a:prstClr val="white">
                    <a:lumMod val="65000"/>
                  </a:prstClr>
                </a:solidFill>
                <a:ea typeface="Arial" charset="0"/>
                <a:cs typeface="Arial" charset="0"/>
              </a:rPr>
              <a:t> for internal use only</a:t>
            </a:r>
          </a:p>
        </p:txBody>
      </p:sp>
      <p:sp>
        <p:nvSpPr>
          <p:cNvPr id="13" name="Content Placeholder 2"/>
          <p:cNvSpPr>
            <a:spLocks noGrp="1"/>
          </p:cNvSpPr>
          <p:nvPr>
            <p:ph idx="1"/>
          </p:nvPr>
        </p:nvSpPr>
        <p:spPr>
          <a:xfrm>
            <a:off x="267313" y="1696284"/>
            <a:ext cx="8581720" cy="4281001"/>
          </a:xfrm>
        </p:spPr>
        <p:txBody>
          <a:bodyPr>
            <a:noAutofit/>
          </a:bodyPr>
          <a:lstStyle>
            <a:lvl1pPr>
              <a:lnSpc>
                <a:spcPct val="140000"/>
              </a:lnSpc>
              <a:defRPr sz="2200"/>
            </a:lvl1pPr>
            <a:lvl2pPr>
              <a:lnSpc>
                <a:spcPct val="140000"/>
              </a:lnSpc>
              <a:defRPr sz="2200"/>
            </a:lvl2pPr>
            <a:lvl3pPr>
              <a:lnSpc>
                <a:spcPct val="140000"/>
              </a:lnSpc>
              <a:defRPr sz="2200"/>
            </a:lvl3pPr>
            <a:lvl4pPr>
              <a:lnSpc>
                <a:spcPct val="140000"/>
              </a:lnSpc>
              <a:defRPr sz="2200"/>
            </a:lvl4pPr>
            <a:lvl5pPr>
              <a:lnSpc>
                <a:spcPct val="140000"/>
              </a:lnSpc>
              <a:defRPr sz="2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1"/>
          <p:cNvSpPr>
            <a:spLocks noGrp="1"/>
          </p:cNvSpPr>
          <p:nvPr>
            <p:ph type="ftr" sz="quarter" idx="3"/>
          </p:nvPr>
        </p:nvSpPr>
        <p:spPr>
          <a:xfrm>
            <a:off x="1320266" y="6527425"/>
            <a:ext cx="3086100" cy="144491"/>
          </a:xfrm>
          <a:prstGeom prst="rect">
            <a:avLst/>
          </a:prstGeom>
        </p:spPr>
        <p:txBody>
          <a:bodyPr vert="horz" lIns="68580" tIns="34290" rIns="68580" bIns="34290" rtlCol="0" anchor="ctr"/>
          <a:lstStyle>
            <a:lvl1pPr algn="l">
              <a:defRPr sz="600">
                <a:solidFill>
                  <a:schemeClr val="accent3"/>
                </a:solidFill>
              </a:defRPr>
            </a:lvl1pPr>
          </a:lstStyle>
          <a:p>
            <a:r>
              <a:rPr lang="en-US" dirty="0"/>
              <a:t>To edit go to: Insert &gt; Header and Footer</a:t>
            </a:r>
          </a:p>
        </p:txBody>
      </p:sp>
    </p:spTree>
    <p:extLst>
      <p:ext uri="{BB962C8B-B14F-4D97-AF65-F5344CB8AC3E}">
        <p14:creationId xmlns:p14="http://schemas.microsoft.com/office/powerpoint/2010/main" val="785764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s ">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9156" y="1452245"/>
            <a:ext cx="3886200" cy="4351339"/>
          </a:xfrm>
        </p:spPr>
        <p:txBody>
          <a:bodyPr>
            <a:normAutofit/>
          </a:bodyPr>
          <a:lstStyle>
            <a:lvl1pPr>
              <a:defRPr sz="20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269656" y="1452245"/>
            <a:ext cx="3886200" cy="4351339"/>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3A5D2E96-09D4-684C-BDED-6024B7F4284C}" type="slidenum">
              <a:rPr lang="en-US" smtClean="0"/>
              <a:t>‹#›</a:t>
            </a:fld>
            <a:endParaRPr lang="en-US"/>
          </a:p>
        </p:txBody>
      </p:sp>
      <p:sp>
        <p:nvSpPr>
          <p:cNvPr id="9" name="Title 2"/>
          <p:cNvSpPr txBox="1">
            <a:spLocks/>
          </p:cNvSpPr>
          <p:nvPr userDrawn="1"/>
        </p:nvSpPr>
        <p:spPr>
          <a:xfrm>
            <a:off x="6349490" y="100694"/>
            <a:ext cx="2794510" cy="208269"/>
          </a:xfrm>
          <a:prstGeom prst="rect">
            <a:avLst/>
          </a:prstGeom>
        </p:spPr>
        <p:txBody>
          <a:bodyPr vert="horz" lIns="91440" tIns="0" rIns="91440" bIns="0" rtlCol="0" anchor="t">
            <a:noAutofit/>
          </a:bodyPr>
          <a:lstStyle>
            <a:lvl1pPr algn="l" defTabSz="685800" rtl="0" eaLnBrk="1" latinLnBrk="0" hangingPunct="1">
              <a:lnSpc>
                <a:spcPct val="90000"/>
              </a:lnSpc>
              <a:spcBef>
                <a:spcPct val="0"/>
              </a:spcBef>
              <a:buNone/>
              <a:defRPr sz="2000" kern="1200" baseline="0">
                <a:solidFill>
                  <a:srgbClr val="006AB6"/>
                </a:solidFill>
                <a:latin typeface="Arial" charset="0"/>
                <a:ea typeface="+mj-ea"/>
                <a:cs typeface="+mj-cs"/>
              </a:defRPr>
            </a:lvl1pPr>
          </a:lstStyle>
          <a:p>
            <a:pPr algn="r"/>
            <a:r>
              <a:rPr lang="en-US" sz="800" dirty="0">
                <a:solidFill>
                  <a:prstClr val="white">
                    <a:lumMod val="65000"/>
                  </a:prstClr>
                </a:solidFill>
                <a:ea typeface="Arial" charset="0"/>
                <a:cs typeface="Arial" charset="0"/>
              </a:rPr>
              <a:t>Confidential </a:t>
            </a:r>
            <a:r>
              <a:rPr lang="mr-IN" sz="800" dirty="0">
                <a:solidFill>
                  <a:prstClr val="white">
                    <a:lumMod val="65000"/>
                  </a:prstClr>
                </a:solidFill>
                <a:ea typeface="Arial" charset="0"/>
                <a:cs typeface="Arial" charset="0"/>
              </a:rPr>
              <a:t>–</a:t>
            </a:r>
            <a:r>
              <a:rPr lang="en-US" sz="800" dirty="0">
                <a:solidFill>
                  <a:prstClr val="white">
                    <a:lumMod val="65000"/>
                  </a:prstClr>
                </a:solidFill>
                <a:ea typeface="Arial" charset="0"/>
                <a:cs typeface="Arial" charset="0"/>
              </a:rPr>
              <a:t> for internal use only</a:t>
            </a:r>
          </a:p>
        </p:txBody>
      </p:sp>
      <p:sp>
        <p:nvSpPr>
          <p:cNvPr id="10" name="Title 1"/>
          <p:cNvSpPr>
            <a:spLocks noGrp="1"/>
          </p:cNvSpPr>
          <p:nvPr>
            <p:ph type="title"/>
          </p:nvPr>
        </p:nvSpPr>
        <p:spPr>
          <a:xfrm>
            <a:off x="269158" y="204829"/>
            <a:ext cx="6944443" cy="657953"/>
          </a:xfrm>
        </p:spPr>
        <p:txBody>
          <a:bodyPr anchor="t">
            <a:noAutofit/>
          </a:bodyPr>
          <a:lstStyle/>
          <a:p>
            <a:r>
              <a:rPr lang="en-US"/>
              <a:t>Click to edit Master title style</a:t>
            </a:r>
            <a:endParaRPr lang="en-US" dirty="0"/>
          </a:p>
        </p:txBody>
      </p:sp>
      <p:sp>
        <p:nvSpPr>
          <p:cNvPr id="12" name="Footer Placeholder 11"/>
          <p:cNvSpPr>
            <a:spLocks noGrp="1"/>
          </p:cNvSpPr>
          <p:nvPr>
            <p:ph type="ftr" sz="quarter" idx="3"/>
          </p:nvPr>
        </p:nvSpPr>
        <p:spPr>
          <a:xfrm>
            <a:off x="1320266" y="6527425"/>
            <a:ext cx="3086100" cy="144491"/>
          </a:xfrm>
          <a:prstGeom prst="rect">
            <a:avLst/>
          </a:prstGeom>
        </p:spPr>
        <p:txBody>
          <a:bodyPr vert="horz" lIns="68580" tIns="34290" rIns="68580" bIns="34290" rtlCol="0" anchor="ctr"/>
          <a:lstStyle>
            <a:lvl1pPr algn="l">
              <a:defRPr sz="600">
                <a:solidFill>
                  <a:schemeClr val="accent3"/>
                </a:solidFill>
              </a:defRPr>
            </a:lvl1pPr>
          </a:lstStyle>
          <a:p>
            <a:r>
              <a:rPr lang="en-US" dirty="0"/>
              <a:t>To edit go to: Insert &gt; Header and Footer</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158" y="1845870"/>
            <a:ext cx="2530509" cy="643330"/>
          </a:xfrm>
        </p:spPr>
        <p:txBody>
          <a:bodyPr tIns="0" bIns="0">
            <a:noAutofit/>
          </a:bodyPr>
          <a:lstStyle>
            <a:lvl1pPr>
              <a:lnSpc>
                <a:spcPct val="100000"/>
              </a:lnSpc>
              <a:spcBef>
                <a:spcPts val="0"/>
              </a:spcBef>
              <a:defRPr sz="2000" b="1"/>
            </a:lvl1pPr>
          </a:lstStyle>
          <a:p>
            <a:pPr lvl="0"/>
            <a:r>
              <a:rPr lang="en-US" dirty="0"/>
              <a:t>Click to edit Master text styles</a:t>
            </a:r>
          </a:p>
        </p:txBody>
      </p:sp>
      <p:sp>
        <p:nvSpPr>
          <p:cNvPr id="6" name="Slide Number Placeholder 5"/>
          <p:cNvSpPr>
            <a:spLocks noGrp="1"/>
          </p:cNvSpPr>
          <p:nvPr>
            <p:ph type="sldNum" sz="quarter" idx="12"/>
          </p:nvPr>
        </p:nvSpPr>
        <p:spPr/>
        <p:txBody>
          <a:bodyPr/>
          <a:lstStyle>
            <a:lvl1pPr>
              <a:defRPr>
                <a:solidFill>
                  <a:schemeClr val="accent6"/>
                </a:solidFill>
              </a:defRPr>
            </a:lvl1pPr>
          </a:lstStyle>
          <a:p>
            <a:fld id="{3A5D2E96-09D4-684C-BDED-6024B7F4284C}" type="slidenum">
              <a:rPr lang="en-US" smtClean="0"/>
              <a:pPr/>
              <a:t>‹#›</a:t>
            </a:fld>
            <a:endParaRPr lang="en-US"/>
          </a:p>
        </p:txBody>
      </p:sp>
      <p:sp>
        <p:nvSpPr>
          <p:cNvPr id="11" name="Title 2"/>
          <p:cNvSpPr txBox="1">
            <a:spLocks/>
          </p:cNvSpPr>
          <p:nvPr userDrawn="1"/>
        </p:nvSpPr>
        <p:spPr>
          <a:xfrm>
            <a:off x="6349490" y="100694"/>
            <a:ext cx="2794510" cy="208269"/>
          </a:xfrm>
          <a:prstGeom prst="rect">
            <a:avLst/>
          </a:prstGeom>
        </p:spPr>
        <p:txBody>
          <a:bodyPr vert="horz" lIns="91440" tIns="0" rIns="91440" bIns="0" rtlCol="0" anchor="t">
            <a:noAutofit/>
          </a:bodyPr>
          <a:lstStyle>
            <a:lvl1pPr algn="l" defTabSz="685800" rtl="0" eaLnBrk="1" latinLnBrk="0" hangingPunct="1">
              <a:lnSpc>
                <a:spcPct val="90000"/>
              </a:lnSpc>
              <a:spcBef>
                <a:spcPct val="0"/>
              </a:spcBef>
              <a:buNone/>
              <a:defRPr sz="2000" kern="1200" baseline="0">
                <a:solidFill>
                  <a:srgbClr val="006AB6"/>
                </a:solidFill>
                <a:latin typeface="Arial" charset="0"/>
                <a:ea typeface="+mj-ea"/>
                <a:cs typeface="+mj-cs"/>
              </a:defRPr>
            </a:lvl1pPr>
          </a:lstStyle>
          <a:p>
            <a:pPr algn="r"/>
            <a:r>
              <a:rPr lang="en-US" sz="800" dirty="0">
                <a:solidFill>
                  <a:prstClr val="white">
                    <a:lumMod val="65000"/>
                  </a:prstClr>
                </a:solidFill>
                <a:ea typeface="Arial" charset="0"/>
                <a:cs typeface="Arial" charset="0"/>
              </a:rPr>
              <a:t>Confidential </a:t>
            </a:r>
            <a:r>
              <a:rPr lang="mr-IN" sz="800" dirty="0">
                <a:solidFill>
                  <a:prstClr val="white">
                    <a:lumMod val="65000"/>
                  </a:prstClr>
                </a:solidFill>
                <a:ea typeface="Arial" charset="0"/>
                <a:cs typeface="Arial" charset="0"/>
              </a:rPr>
              <a:t>–</a:t>
            </a:r>
            <a:r>
              <a:rPr lang="en-US" sz="800" dirty="0">
                <a:solidFill>
                  <a:prstClr val="white">
                    <a:lumMod val="65000"/>
                  </a:prstClr>
                </a:solidFill>
                <a:ea typeface="Arial" charset="0"/>
                <a:cs typeface="Arial" charset="0"/>
              </a:rPr>
              <a:t> for internal use only</a:t>
            </a:r>
          </a:p>
        </p:txBody>
      </p:sp>
      <p:sp>
        <p:nvSpPr>
          <p:cNvPr id="17" name="Content Placeholder 2"/>
          <p:cNvSpPr>
            <a:spLocks noGrp="1"/>
          </p:cNvSpPr>
          <p:nvPr>
            <p:ph idx="16"/>
          </p:nvPr>
        </p:nvSpPr>
        <p:spPr>
          <a:xfrm>
            <a:off x="3145122" y="1845870"/>
            <a:ext cx="2530509" cy="643330"/>
          </a:xfrm>
        </p:spPr>
        <p:txBody>
          <a:bodyPr tIns="0" bIns="0">
            <a:noAutofit/>
          </a:bodyPr>
          <a:lstStyle>
            <a:lvl1pPr>
              <a:lnSpc>
                <a:spcPct val="100000"/>
              </a:lnSpc>
              <a:spcBef>
                <a:spcPts val="0"/>
              </a:spcBef>
              <a:defRPr sz="2000" b="1"/>
            </a:lvl1pPr>
          </a:lstStyle>
          <a:p>
            <a:pPr lvl="0"/>
            <a:r>
              <a:rPr lang="en-US" dirty="0"/>
              <a:t>Click to edit Master text styles</a:t>
            </a:r>
          </a:p>
        </p:txBody>
      </p:sp>
      <p:sp>
        <p:nvSpPr>
          <p:cNvPr id="19" name="Content Placeholder 2"/>
          <p:cNvSpPr>
            <a:spLocks noGrp="1"/>
          </p:cNvSpPr>
          <p:nvPr>
            <p:ph idx="18"/>
          </p:nvPr>
        </p:nvSpPr>
        <p:spPr>
          <a:xfrm>
            <a:off x="6005729" y="1845870"/>
            <a:ext cx="2530509" cy="643330"/>
          </a:xfrm>
        </p:spPr>
        <p:txBody>
          <a:bodyPr tIns="0" bIns="0">
            <a:noAutofit/>
          </a:bodyPr>
          <a:lstStyle>
            <a:lvl1pPr>
              <a:lnSpc>
                <a:spcPct val="100000"/>
              </a:lnSpc>
              <a:spcBef>
                <a:spcPts val="0"/>
              </a:spcBef>
              <a:defRPr sz="2000" b="1"/>
            </a:lvl1pPr>
          </a:lstStyle>
          <a:p>
            <a:pPr lvl="0"/>
            <a:r>
              <a:rPr lang="en-US" dirty="0"/>
              <a:t>Click to edit Master text styles</a:t>
            </a:r>
          </a:p>
        </p:txBody>
      </p:sp>
      <p:sp>
        <p:nvSpPr>
          <p:cNvPr id="14" name="Title 1"/>
          <p:cNvSpPr>
            <a:spLocks noGrp="1"/>
          </p:cNvSpPr>
          <p:nvPr>
            <p:ph type="title"/>
          </p:nvPr>
        </p:nvSpPr>
        <p:spPr>
          <a:xfrm>
            <a:off x="269158" y="204829"/>
            <a:ext cx="6944443" cy="657953"/>
          </a:xfrm>
        </p:spPr>
        <p:txBody>
          <a:bodyPr anchor="t">
            <a:noAutofit/>
          </a:bodyPr>
          <a:lstStyle/>
          <a:p>
            <a:r>
              <a:rPr lang="en-US"/>
              <a:t>Click to edit Master title style</a:t>
            </a:r>
            <a:endParaRPr lang="en-US" dirty="0"/>
          </a:p>
        </p:txBody>
      </p:sp>
      <p:sp>
        <p:nvSpPr>
          <p:cNvPr id="4" name="Text Placeholder 3"/>
          <p:cNvSpPr>
            <a:spLocks noGrp="1"/>
          </p:cNvSpPr>
          <p:nvPr>
            <p:ph type="body" sz="quarter" idx="21"/>
          </p:nvPr>
        </p:nvSpPr>
        <p:spPr>
          <a:xfrm>
            <a:off x="272009" y="2659247"/>
            <a:ext cx="2531074" cy="3272367"/>
          </a:xfrm>
        </p:spPr>
        <p:txBody>
          <a:bodyPr>
            <a:noAutofit/>
          </a:bodyPr>
          <a:lstStyle>
            <a:lvl1pPr>
              <a:lnSpc>
                <a:spcPts val="2200"/>
              </a:lnSpc>
              <a:defRPr sz="1800"/>
            </a:lvl1pPr>
            <a:lvl2pPr>
              <a:lnSpc>
                <a:spcPts val="2200"/>
              </a:lnSpc>
              <a:defRPr sz="1800"/>
            </a:lvl2pPr>
            <a:lvl3pPr>
              <a:lnSpc>
                <a:spcPts val="2200"/>
              </a:lnSpc>
              <a:defRPr sz="1800"/>
            </a:lvl3pPr>
            <a:lvl4pPr>
              <a:lnSpc>
                <a:spcPts val="2200"/>
              </a:lnSpc>
              <a:defRPr sz="1800"/>
            </a:lvl4pPr>
            <a:lvl5pPr>
              <a:lnSpc>
                <a:spcPts val="2200"/>
              </a:lnSpc>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3"/>
          <p:cNvSpPr>
            <a:spLocks noGrp="1"/>
          </p:cNvSpPr>
          <p:nvPr>
            <p:ph type="body" sz="quarter" idx="22"/>
          </p:nvPr>
        </p:nvSpPr>
        <p:spPr>
          <a:xfrm>
            <a:off x="3145733" y="2659247"/>
            <a:ext cx="2531074" cy="3272367"/>
          </a:xfrm>
        </p:spPr>
        <p:txBody>
          <a:bodyPr>
            <a:noAutofit/>
          </a:bodyPr>
          <a:lstStyle>
            <a:lvl1pPr>
              <a:lnSpc>
                <a:spcPts val="2200"/>
              </a:lnSpc>
              <a:defRPr sz="1800"/>
            </a:lvl1pPr>
            <a:lvl2pPr>
              <a:lnSpc>
                <a:spcPts val="2200"/>
              </a:lnSpc>
              <a:defRPr sz="1800"/>
            </a:lvl2pPr>
            <a:lvl3pPr>
              <a:lnSpc>
                <a:spcPts val="2200"/>
              </a:lnSpc>
              <a:defRPr sz="1800"/>
            </a:lvl3pPr>
            <a:lvl4pPr>
              <a:lnSpc>
                <a:spcPts val="2200"/>
              </a:lnSpc>
              <a:defRPr sz="1800"/>
            </a:lvl4pPr>
            <a:lvl5pPr>
              <a:lnSpc>
                <a:spcPts val="2200"/>
              </a:lnSpc>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3"/>
          <p:cNvSpPr>
            <a:spLocks noGrp="1"/>
          </p:cNvSpPr>
          <p:nvPr>
            <p:ph type="body" sz="quarter" idx="23"/>
          </p:nvPr>
        </p:nvSpPr>
        <p:spPr>
          <a:xfrm>
            <a:off x="6005163" y="2659247"/>
            <a:ext cx="2531074" cy="3272367"/>
          </a:xfrm>
        </p:spPr>
        <p:txBody>
          <a:bodyPr>
            <a:noAutofit/>
          </a:bodyPr>
          <a:lstStyle>
            <a:lvl1pPr>
              <a:lnSpc>
                <a:spcPts val="2200"/>
              </a:lnSpc>
              <a:defRPr sz="1800"/>
            </a:lvl1pPr>
            <a:lvl2pPr>
              <a:lnSpc>
                <a:spcPts val="2200"/>
              </a:lnSpc>
              <a:defRPr sz="1800"/>
            </a:lvl2pPr>
            <a:lvl3pPr>
              <a:lnSpc>
                <a:spcPts val="2200"/>
              </a:lnSpc>
              <a:defRPr sz="1800"/>
            </a:lvl3pPr>
            <a:lvl4pPr>
              <a:lnSpc>
                <a:spcPts val="2200"/>
              </a:lnSpc>
              <a:defRPr sz="1800"/>
            </a:lvl4pPr>
            <a:lvl5pPr>
              <a:lnSpc>
                <a:spcPts val="2200"/>
              </a:lnSpc>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6"/>
          <p:cNvSpPr>
            <a:spLocks noGrp="1"/>
          </p:cNvSpPr>
          <p:nvPr>
            <p:ph type="body" sz="quarter" idx="24" hasCustomPrompt="1"/>
          </p:nvPr>
        </p:nvSpPr>
        <p:spPr>
          <a:xfrm>
            <a:off x="264849" y="857363"/>
            <a:ext cx="6948752" cy="311037"/>
          </a:xfrm>
        </p:spPr>
        <p:txBody>
          <a:bodyPr lIns="91440" tIns="0" rIns="91440" bIns="0" anchor="b" anchorCtr="0">
            <a:noAutofit/>
          </a:bodyPr>
          <a:lstStyle>
            <a:lvl1pPr>
              <a:defRPr sz="1800">
                <a:solidFill>
                  <a:schemeClr val="accent3"/>
                </a:solidFill>
              </a:defRPr>
            </a:lvl1pPr>
          </a:lstStyle>
          <a:p>
            <a:pPr lvl="0"/>
            <a:r>
              <a:rPr lang="en-US" dirty="0"/>
              <a:t>Subtitle text style</a:t>
            </a:r>
          </a:p>
        </p:txBody>
      </p:sp>
      <p:sp>
        <p:nvSpPr>
          <p:cNvPr id="20" name="Footer Placeholder 11"/>
          <p:cNvSpPr>
            <a:spLocks noGrp="1"/>
          </p:cNvSpPr>
          <p:nvPr>
            <p:ph type="ftr" sz="quarter" idx="3"/>
          </p:nvPr>
        </p:nvSpPr>
        <p:spPr>
          <a:xfrm>
            <a:off x="1320266" y="6527425"/>
            <a:ext cx="3086100" cy="144491"/>
          </a:xfrm>
          <a:prstGeom prst="rect">
            <a:avLst/>
          </a:prstGeom>
        </p:spPr>
        <p:txBody>
          <a:bodyPr vert="horz" lIns="68580" tIns="34290" rIns="68580" bIns="34290" rtlCol="0" anchor="ctr"/>
          <a:lstStyle>
            <a:lvl1pPr algn="l">
              <a:defRPr sz="600">
                <a:solidFill>
                  <a:schemeClr val="accent3"/>
                </a:solidFill>
              </a:defRPr>
            </a:lvl1pPr>
          </a:lstStyle>
          <a:p>
            <a:r>
              <a:rPr lang="en-US" dirty="0"/>
              <a:t>To edit go to: Insert &gt; Header and Footer</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Rows">
    <p:spTree>
      <p:nvGrpSpPr>
        <p:cNvPr id="1" name=""/>
        <p:cNvGrpSpPr/>
        <p:nvPr/>
      </p:nvGrpSpPr>
      <p:grpSpPr>
        <a:xfrm>
          <a:off x="0" y="0"/>
          <a:ext cx="0" cy="0"/>
          <a:chOff x="0" y="0"/>
          <a:chExt cx="0" cy="0"/>
        </a:xfrm>
      </p:grpSpPr>
      <p:sp>
        <p:nvSpPr>
          <p:cNvPr id="2" name="Title 1"/>
          <p:cNvSpPr>
            <a:spLocks noGrp="1"/>
          </p:cNvSpPr>
          <p:nvPr>
            <p:ph type="title"/>
          </p:nvPr>
        </p:nvSpPr>
        <p:spPr>
          <a:xfrm>
            <a:off x="269158" y="204829"/>
            <a:ext cx="6944443" cy="657953"/>
          </a:xfrm>
        </p:spPr>
        <p:txBody>
          <a:bodyPr anchor="t">
            <a:noAutofit/>
          </a:body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a:solidFill>
                  <a:schemeClr val="accent6"/>
                </a:solidFill>
              </a:defRPr>
            </a:lvl1pPr>
          </a:lstStyle>
          <a:p>
            <a:fld id="{3A5D2E96-09D4-684C-BDED-6024B7F4284C}" type="slidenum">
              <a:rPr lang="en-US" smtClean="0"/>
              <a:pPr/>
              <a:t>‹#›</a:t>
            </a:fld>
            <a:endParaRPr lang="en-US"/>
          </a:p>
        </p:txBody>
      </p:sp>
      <p:sp>
        <p:nvSpPr>
          <p:cNvPr id="15" name="Title 2"/>
          <p:cNvSpPr txBox="1">
            <a:spLocks/>
          </p:cNvSpPr>
          <p:nvPr userDrawn="1"/>
        </p:nvSpPr>
        <p:spPr>
          <a:xfrm>
            <a:off x="6349490" y="100694"/>
            <a:ext cx="2794510" cy="208269"/>
          </a:xfrm>
          <a:prstGeom prst="rect">
            <a:avLst/>
          </a:prstGeom>
        </p:spPr>
        <p:txBody>
          <a:bodyPr vert="horz" lIns="91440" tIns="0" rIns="91440" bIns="0" rtlCol="0" anchor="t">
            <a:noAutofit/>
          </a:bodyPr>
          <a:lstStyle>
            <a:lvl1pPr algn="l" defTabSz="685800" rtl="0" eaLnBrk="1" latinLnBrk="0" hangingPunct="1">
              <a:lnSpc>
                <a:spcPct val="90000"/>
              </a:lnSpc>
              <a:spcBef>
                <a:spcPct val="0"/>
              </a:spcBef>
              <a:buNone/>
              <a:defRPr sz="2000" kern="1200" baseline="0">
                <a:solidFill>
                  <a:srgbClr val="006AB6"/>
                </a:solidFill>
                <a:latin typeface="Arial" charset="0"/>
                <a:ea typeface="+mj-ea"/>
                <a:cs typeface="+mj-cs"/>
              </a:defRPr>
            </a:lvl1pPr>
          </a:lstStyle>
          <a:p>
            <a:pPr algn="r"/>
            <a:r>
              <a:rPr lang="en-US" sz="800" dirty="0">
                <a:solidFill>
                  <a:prstClr val="white">
                    <a:lumMod val="65000"/>
                  </a:prstClr>
                </a:solidFill>
                <a:ea typeface="Arial" charset="0"/>
                <a:cs typeface="Arial" charset="0"/>
              </a:rPr>
              <a:t>Confidential </a:t>
            </a:r>
            <a:r>
              <a:rPr lang="mr-IN" sz="800" dirty="0">
                <a:solidFill>
                  <a:prstClr val="white">
                    <a:lumMod val="65000"/>
                  </a:prstClr>
                </a:solidFill>
                <a:ea typeface="Arial" charset="0"/>
                <a:cs typeface="Arial" charset="0"/>
              </a:rPr>
              <a:t>–</a:t>
            </a:r>
            <a:r>
              <a:rPr lang="en-US" sz="800" dirty="0">
                <a:solidFill>
                  <a:prstClr val="white">
                    <a:lumMod val="65000"/>
                  </a:prstClr>
                </a:solidFill>
                <a:ea typeface="Arial" charset="0"/>
                <a:cs typeface="Arial" charset="0"/>
              </a:rPr>
              <a:t> for internal use only</a:t>
            </a:r>
          </a:p>
        </p:txBody>
      </p:sp>
      <p:sp>
        <p:nvSpPr>
          <p:cNvPr id="17" name="Text Placeholder 6"/>
          <p:cNvSpPr>
            <a:spLocks noGrp="1"/>
          </p:cNvSpPr>
          <p:nvPr>
            <p:ph type="body" sz="quarter" idx="13" hasCustomPrompt="1"/>
          </p:nvPr>
        </p:nvSpPr>
        <p:spPr>
          <a:xfrm>
            <a:off x="264849" y="857363"/>
            <a:ext cx="6948752" cy="311037"/>
          </a:xfrm>
        </p:spPr>
        <p:txBody>
          <a:bodyPr lIns="91440" tIns="0" rIns="91440" bIns="0" anchor="b" anchorCtr="0">
            <a:noAutofit/>
          </a:bodyPr>
          <a:lstStyle>
            <a:lvl1pPr>
              <a:defRPr sz="1800">
                <a:solidFill>
                  <a:schemeClr val="accent3"/>
                </a:solidFill>
              </a:defRPr>
            </a:lvl1pPr>
          </a:lstStyle>
          <a:p>
            <a:pPr lvl="0"/>
            <a:r>
              <a:rPr lang="en-US" dirty="0"/>
              <a:t>Subtitle text style</a:t>
            </a:r>
          </a:p>
        </p:txBody>
      </p:sp>
      <p:sp>
        <p:nvSpPr>
          <p:cNvPr id="18" name="Footer Placeholder 11"/>
          <p:cNvSpPr>
            <a:spLocks noGrp="1"/>
          </p:cNvSpPr>
          <p:nvPr>
            <p:ph type="ftr" sz="quarter" idx="3"/>
          </p:nvPr>
        </p:nvSpPr>
        <p:spPr>
          <a:xfrm>
            <a:off x="1320266" y="6527425"/>
            <a:ext cx="3086100" cy="144491"/>
          </a:xfrm>
          <a:prstGeom prst="rect">
            <a:avLst/>
          </a:prstGeom>
        </p:spPr>
        <p:txBody>
          <a:bodyPr vert="horz" lIns="68580" tIns="34290" rIns="68580" bIns="34290" rtlCol="0" anchor="ctr"/>
          <a:lstStyle>
            <a:lvl1pPr algn="l">
              <a:defRPr sz="600">
                <a:solidFill>
                  <a:schemeClr val="accent3"/>
                </a:solidFill>
              </a:defRPr>
            </a:lvl1pPr>
          </a:lstStyle>
          <a:p>
            <a:r>
              <a:rPr lang="en-US" dirty="0"/>
              <a:t>To edit go to: Insert &gt; Header and Footer</a:t>
            </a:r>
          </a:p>
        </p:txBody>
      </p:sp>
      <p:sp>
        <p:nvSpPr>
          <p:cNvPr id="14" name="Content Placeholder 2"/>
          <p:cNvSpPr>
            <a:spLocks noGrp="1"/>
          </p:cNvSpPr>
          <p:nvPr>
            <p:ph idx="1"/>
          </p:nvPr>
        </p:nvSpPr>
        <p:spPr>
          <a:xfrm>
            <a:off x="267313" y="1920547"/>
            <a:ext cx="2692561" cy="575214"/>
          </a:xfrm>
        </p:spPr>
        <p:txBody>
          <a:bodyPr tIns="0" bIns="0" anchor="t">
            <a:noAutofit/>
          </a:bodyPr>
          <a:lstStyle>
            <a:lvl1pPr algn="l">
              <a:lnSpc>
                <a:spcPct val="100000"/>
              </a:lnSpc>
              <a:defRPr sz="2000" b="1">
                <a:solidFill>
                  <a:schemeClr val="accent2"/>
                </a:solidFill>
              </a:defRPr>
            </a:lvl1pPr>
          </a:lstStyle>
          <a:p>
            <a:pPr lvl="0"/>
            <a:r>
              <a:rPr lang="en-US" dirty="0"/>
              <a:t>Click to edit Master text styles</a:t>
            </a:r>
          </a:p>
        </p:txBody>
      </p:sp>
      <p:sp>
        <p:nvSpPr>
          <p:cNvPr id="16" name="Content Placeholder 2"/>
          <p:cNvSpPr>
            <a:spLocks noGrp="1"/>
          </p:cNvSpPr>
          <p:nvPr>
            <p:ph idx="15"/>
          </p:nvPr>
        </p:nvSpPr>
        <p:spPr>
          <a:xfrm>
            <a:off x="267313" y="3181447"/>
            <a:ext cx="2692561" cy="575214"/>
          </a:xfrm>
        </p:spPr>
        <p:txBody>
          <a:bodyPr tIns="0" bIns="0" anchor="t">
            <a:noAutofit/>
          </a:bodyPr>
          <a:lstStyle>
            <a:lvl1pPr algn="l">
              <a:lnSpc>
                <a:spcPct val="100000"/>
              </a:lnSpc>
              <a:defRPr sz="2000" b="1">
                <a:solidFill>
                  <a:schemeClr val="accent2"/>
                </a:solidFill>
              </a:defRPr>
            </a:lvl1pPr>
          </a:lstStyle>
          <a:p>
            <a:pPr lvl="0"/>
            <a:r>
              <a:rPr lang="en-US" dirty="0"/>
              <a:t>Click to edit Master text styles</a:t>
            </a:r>
          </a:p>
        </p:txBody>
      </p:sp>
      <p:sp>
        <p:nvSpPr>
          <p:cNvPr id="19" name="Content Placeholder 2"/>
          <p:cNvSpPr>
            <a:spLocks noGrp="1"/>
          </p:cNvSpPr>
          <p:nvPr>
            <p:ph idx="16"/>
          </p:nvPr>
        </p:nvSpPr>
        <p:spPr>
          <a:xfrm>
            <a:off x="267313" y="4466711"/>
            <a:ext cx="2692561" cy="575214"/>
          </a:xfrm>
        </p:spPr>
        <p:txBody>
          <a:bodyPr tIns="0" bIns="0" anchor="t">
            <a:noAutofit/>
          </a:bodyPr>
          <a:lstStyle>
            <a:lvl1pPr algn="l">
              <a:lnSpc>
                <a:spcPct val="100000"/>
              </a:lnSpc>
              <a:defRPr sz="2000" b="1">
                <a:solidFill>
                  <a:schemeClr val="accent2"/>
                </a:solidFill>
              </a:defRPr>
            </a:lvl1pPr>
          </a:lstStyle>
          <a:p>
            <a:pPr lvl="0"/>
            <a:r>
              <a:rPr lang="en-US" dirty="0"/>
              <a:t>Click to edit Master text styles</a:t>
            </a:r>
          </a:p>
        </p:txBody>
      </p:sp>
      <p:sp>
        <p:nvSpPr>
          <p:cNvPr id="20" name="Content Placeholder 2"/>
          <p:cNvSpPr>
            <a:spLocks noGrp="1"/>
          </p:cNvSpPr>
          <p:nvPr>
            <p:ph sz="half" idx="17"/>
          </p:nvPr>
        </p:nvSpPr>
        <p:spPr>
          <a:xfrm>
            <a:off x="3067601" y="1857045"/>
            <a:ext cx="5441601" cy="862965"/>
          </a:xfrm>
        </p:spPr>
        <p:txBody>
          <a:bodyPr tIns="0" bIns="0" anchor="t" anchorCtr="0">
            <a:normAutofit/>
          </a:bodyPr>
          <a:lstStyle>
            <a:lvl1pPr>
              <a:defRPr sz="1800"/>
            </a:lvl1pPr>
          </a:lstStyle>
          <a:p>
            <a:pPr lvl="0"/>
            <a:r>
              <a:rPr lang="en-US" dirty="0"/>
              <a:t>Click to edit Master text styles</a:t>
            </a:r>
          </a:p>
        </p:txBody>
      </p:sp>
      <p:sp>
        <p:nvSpPr>
          <p:cNvPr id="21" name="Content Placeholder 2"/>
          <p:cNvSpPr>
            <a:spLocks noGrp="1"/>
          </p:cNvSpPr>
          <p:nvPr>
            <p:ph sz="half" idx="18"/>
          </p:nvPr>
        </p:nvSpPr>
        <p:spPr>
          <a:xfrm>
            <a:off x="3067601" y="3125663"/>
            <a:ext cx="5441601" cy="879612"/>
          </a:xfrm>
        </p:spPr>
        <p:txBody>
          <a:bodyPr tIns="0" bIns="0" anchor="t" anchorCtr="0">
            <a:normAutofit/>
          </a:bodyPr>
          <a:lstStyle>
            <a:lvl1pPr>
              <a:defRPr sz="1800"/>
            </a:lvl1pPr>
          </a:lstStyle>
          <a:p>
            <a:pPr lvl="0"/>
            <a:r>
              <a:rPr lang="en-US" dirty="0"/>
              <a:t>Click to edit Master text styles</a:t>
            </a:r>
          </a:p>
        </p:txBody>
      </p:sp>
      <p:sp>
        <p:nvSpPr>
          <p:cNvPr id="22" name="Content Placeholder 2"/>
          <p:cNvSpPr>
            <a:spLocks noGrp="1"/>
          </p:cNvSpPr>
          <p:nvPr>
            <p:ph sz="half" idx="19"/>
          </p:nvPr>
        </p:nvSpPr>
        <p:spPr>
          <a:xfrm>
            <a:off x="3067601" y="4403209"/>
            <a:ext cx="5441601" cy="1045091"/>
          </a:xfrm>
        </p:spPr>
        <p:txBody>
          <a:bodyPr tIns="0" bIns="0" anchor="t" anchorCtr="0">
            <a:normAutofit/>
          </a:bodyPr>
          <a:lstStyle>
            <a:lvl1pPr>
              <a:defRPr sz="1800"/>
            </a:lvl1pPr>
          </a:lstStyle>
          <a:p>
            <a:pPr lvl="0"/>
            <a:r>
              <a:rPr lang="en-US" dirty="0"/>
              <a:t>Click to edit Master text styles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 Rows / Icon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accent6"/>
                </a:solidFill>
              </a:defRPr>
            </a:lvl1pPr>
          </a:lstStyle>
          <a:p>
            <a:fld id="{3A5D2E96-09D4-684C-BDED-6024B7F4284C}" type="slidenum">
              <a:rPr lang="en-US" smtClean="0"/>
              <a:pPr/>
              <a:t>‹#›</a:t>
            </a:fld>
            <a:endParaRPr lang="en-US"/>
          </a:p>
        </p:txBody>
      </p:sp>
      <p:sp>
        <p:nvSpPr>
          <p:cNvPr id="8" name="Content Placeholder 2"/>
          <p:cNvSpPr>
            <a:spLocks noGrp="1"/>
          </p:cNvSpPr>
          <p:nvPr>
            <p:ph idx="1"/>
          </p:nvPr>
        </p:nvSpPr>
        <p:spPr>
          <a:xfrm>
            <a:off x="221593" y="4122420"/>
            <a:ext cx="2066864" cy="1479509"/>
          </a:xfrm>
        </p:spPr>
        <p:txBody>
          <a:bodyPr>
            <a:normAutofit/>
          </a:bodyPr>
          <a:lstStyle>
            <a:lvl1pPr algn="ctr">
              <a:lnSpc>
                <a:spcPct val="100000"/>
              </a:lnSpc>
              <a:defRPr sz="1500" b="1"/>
            </a:lvl1pPr>
            <a:lvl2pPr marL="4763" indent="0" algn="ctr">
              <a:lnSpc>
                <a:spcPct val="100000"/>
              </a:lnSpc>
              <a:buNone/>
              <a:defRPr sz="1500"/>
            </a:lvl2pPr>
            <a:lvl3pPr>
              <a:defRPr sz="1500"/>
            </a:lvl3pPr>
            <a:lvl4pPr>
              <a:defRPr sz="1500"/>
            </a:lvl4pPr>
            <a:lvl5pPr>
              <a:defRPr sz="1500"/>
            </a:lvl5pPr>
          </a:lstStyle>
          <a:p>
            <a:pPr lvl="0"/>
            <a:r>
              <a:rPr lang="en-US" dirty="0"/>
              <a:t>Click to edit Master text styles</a:t>
            </a:r>
          </a:p>
          <a:p>
            <a:pPr lvl="1"/>
            <a:r>
              <a:rPr lang="en-US" dirty="0"/>
              <a:t>Second level</a:t>
            </a:r>
          </a:p>
        </p:txBody>
      </p:sp>
      <p:sp>
        <p:nvSpPr>
          <p:cNvPr id="12" name="Content Placeholder 2"/>
          <p:cNvSpPr>
            <a:spLocks noGrp="1"/>
          </p:cNvSpPr>
          <p:nvPr>
            <p:ph idx="15"/>
          </p:nvPr>
        </p:nvSpPr>
        <p:spPr>
          <a:xfrm>
            <a:off x="2430841" y="4122420"/>
            <a:ext cx="2066864" cy="1479509"/>
          </a:xfrm>
        </p:spPr>
        <p:txBody>
          <a:bodyPr>
            <a:normAutofit/>
          </a:bodyPr>
          <a:lstStyle>
            <a:lvl1pPr algn="ctr">
              <a:lnSpc>
                <a:spcPct val="100000"/>
              </a:lnSpc>
              <a:defRPr sz="1500" b="1"/>
            </a:lvl1pPr>
            <a:lvl2pPr marL="4763" indent="0" algn="ctr">
              <a:lnSpc>
                <a:spcPct val="100000"/>
              </a:lnSpc>
              <a:buNone/>
              <a:defRPr sz="1500"/>
            </a:lvl2pPr>
            <a:lvl3pPr>
              <a:defRPr sz="1500"/>
            </a:lvl3pPr>
            <a:lvl4pPr>
              <a:defRPr sz="1500"/>
            </a:lvl4pPr>
            <a:lvl5pPr>
              <a:defRPr sz="1500"/>
            </a:lvl5pPr>
          </a:lstStyle>
          <a:p>
            <a:pPr lvl="0"/>
            <a:r>
              <a:rPr lang="en-US"/>
              <a:t>Click to edit Master text styles</a:t>
            </a:r>
          </a:p>
          <a:p>
            <a:pPr lvl="1"/>
            <a:r>
              <a:rPr lang="en-US"/>
              <a:t>Second level</a:t>
            </a:r>
          </a:p>
        </p:txBody>
      </p:sp>
      <p:sp>
        <p:nvSpPr>
          <p:cNvPr id="13" name="Content Placeholder 2"/>
          <p:cNvSpPr>
            <a:spLocks noGrp="1"/>
          </p:cNvSpPr>
          <p:nvPr>
            <p:ph idx="16"/>
          </p:nvPr>
        </p:nvSpPr>
        <p:spPr>
          <a:xfrm>
            <a:off x="4640088" y="4122420"/>
            <a:ext cx="2066864" cy="1479509"/>
          </a:xfrm>
        </p:spPr>
        <p:txBody>
          <a:bodyPr>
            <a:normAutofit/>
          </a:bodyPr>
          <a:lstStyle>
            <a:lvl1pPr algn="ctr">
              <a:lnSpc>
                <a:spcPct val="100000"/>
              </a:lnSpc>
              <a:defRPr sz="1500" b="1"/>
            </a:lvl1pPr>
            <a:lvl2pPr marL="4763" indent="0" algn="ctr">
              <a:lnSpc>
                <a:spcPct val="100000"/>
              </a:lnSpc>
              <a:buNone/>
              <a:defRPr sz="1500"/>
            </a:lvl2pPr>
            <a:lvl3pPr>
              <a:defRPr sz="1500"/>
            </a:lvl3pPr>
            <a:lvl4pPr>
              <a:defRPr sz="1500"/>
            </a:lvl4pPr>
            <a:lvl5pPr>
              <a:defRPr sz="1500"/>
            </a:lvl5pPr>
          </a:lstStyle>
          <a:p>
            <a:pPr lvl="0"/>
            <a:r>
              <a:rPr lang="en-US"/>
              <a:t>Click to edit Master text styles</a:t>
            </a:r>
          </a:p>
          <a:p>
            <a:pPr lvl="1"/>
            <a:r>
              <a:rPr lang="en-US"/>
              <a:t>Second level</a:t>
            </a:r>
          </a:p>
        </p:txBody>
      </p:sp>
      <p:sp>
        <p:nvSpPr>
          <p:cNvPr id="14" name="Content Placeholder 2"/>
          <p:cNvSpPr>
            <a:spLocks noGrp="1"/>
          </p:cNvSpPr>
          <p:nvPr>
            <p:ph idx="17"/>
          </p:nvPr>
        </p:nvSpPr>
        <p:spPr>
          <a:xfrm>
            <a:off x="6849334" y="4122420"/>
            <a:ext cx="2066864" cy="1479509"/>
          </a:xfrm>
        </p:spPr>
        <p:txBody>
          <a:bodyPr>
            <a:normAutofit/>
          </a:bodyPr>
          <a:lstStyle>
            <a:lvl1pPr algn="ctr">
              <a:lnSpc>
                <a:spcPct val="100000"/>
              </a:lnSpc>
              <a:defRPr sz="1500" b="1"/>
            </a:lvl1pPr>
            <a:lvl2pPr marL="4763" indent="0" algn="ctr">
              <a:lnSpc>
                <a:spcPct val="100000"/>
              </a:lnSpc>
              <a:buNone/>
              <a:defRPr sz="1500"/>
            </a:lvl2pPr>
            <a:lvl3pPr>
              <a:defRPr sz="1500"/>
            </a:lvl3pPr>
            <a:lvl4pPr>
              <a:defRPr sz="1500"/>
            </a:lvl4pPr>
            <a:lvl5pPr>
              <a:defRPr sz="1500"/>
            </a:lvl5pPr>
          </a:lstStyle>
          <a:p>
            <a:pPr lvl="0"/>
            <a:r>
              <a:rPr lang="en-US"/>
              <a:t>Click to edit Master text styles</a:t>
            </a:r>
          </a:p>
          <a:p>
            <a:pPr lvl="1"/>
            <a:r>
              <a:rPr lang="en-US"/>
              <a:t>Second level</a:t>
            </a:r>
          </a:p>
        </p:txBody>
      </p:sp>
      <p:sp>
        <p:nvSpPr>
          <p:cNvPr id="11" name="Title 2"/>
          <p:cNvSpPr txBox="1">
            <a:spLocks/>
          </p:cNvSpPr>
          <p:nvPr userDrawn="1"/>
        </p:nvSpPr>
        <p:spPr>
          <a:xfrm>
            <a:off x="6349490" y="100694"/>
            <a:ext cx="2794510" cy="208269"/>
          </a:xfrm>
          <a:prstGeom prst="rect">
            <a:avLst/>
          </a:prstGeom>
        </p:spPr>
        <p:txBody>
          <a:bodyPr vert="horz" lIns="91440" tIns="0" rIns="91440" bIns="0" rtlCol="0" anchor="t">
            <a:noAutofit/>
          </a:bodyPr>
          <a:lstStyle>
            <a:lvl1pPr algn="l" defTabSz="685800" rtl="0" eaLnBrk="1" latinLnBrk="0" hangingPunct="1">
              <a:lnSpc>
                <a:spcPct val="90000"/>
              </a:lnSpc>
              <a:spcBef>
                <a:spcPct val="0"/>
              </a:spcBef>
              <a:buNone/>
              <a:defRPr sz="2000" kern="1200" baseline="0">
                <a:solidFill>
                  <a:srgbClr val="006AB6"/>
                </a:solidFill>
                <a:latin typeface="Arial" charset="0"/>
                <a:ea typeface="+mj-ea"/>
                <a:cs typeface="+mj-cs"/>
              </a:defRPr>
            </a:lvl1pPr>
          </a:lstStyle>
          <a:p>
            <a:pPr algn="r"/>
            <a:r>
              <a:rPr lang="en-US" sz="800" dirty="0">
                <a:solidFill>
                  <a:prstClr val="white">
                    <a:lumMod val="65000"/>
                  </a:prstClr>
                </a:solidFill>
                <a:ea typeface="Arial" charset="0"/>
                <a:cs typeface="Arial" charset="0"/>
              </a:rPr>
              <a:t>Confidential </a:t>
            </a:r>
            <a:r>
              <a:rPr lang="mr-IN" sz="800" dirty="0">
                <a:solidFill>
                  <a:prstClr val="white">
                    <a:lumMod val="65000"/>
                  </a:prstClr>
                </a:solidFill>
                <a:ea typeface="Arial" charset="0"/>
                <a:cs typeface="Arial" charset="0"/>
              </a:rPr>
              <a:t>–</a:t>
            </a:r>
            <a:r>
              <a:rPr lang="en-US" sz="800" dirty="0">
                <a:solidFill>
                  <a:prstClr val="white">
                    <a:lumMod val="65000"/>
                  </a:prstClr>
                </a:solidFill>
                <a:ea typeface="Arial" charset="0"/>
                <a:cs typeface="Arial" charset="0"/>
              </a:rPr>
              <a:t> for internal use only</a:t>
            </a:r>
          </a:p>
        </p:txBody>
      </p:sp>
      <p:sp>
        <p:nvSpPr>
          <p:cNvPr id="16" name="Title 1"/>
          <p:cNvSpPr>
            <a:spLocks noGrp="1"/>
          </p:cNvSpPr>
          <p:nvPr>
            <p:ph type="title" hasCustomPrompt="1"/>
          </p:nvPr>
        </p:nvSpPr>
        <p:spPr>
          <a:xfrm>
            <a:off x="269157" y="206477"/>
            <a:ext cx="6944443" cy="1012723"/>
          </a:xfrm>
        </p:spPr>
        <p:txBody>
          <a:bodyPr anchor="t">
            <a:noAutofit/>
          </a:bodyPr>
          <a:lstStyle/>
          <a:p>
            <a:r>
              <a:rPr lang="en-US" dirty="0"/>
              <a:t>Click to edit Master title style</a:t>
            </a:r>
            <a:br>
              <a:rPr lang="en-US" dirty="0"/>
            </a:br>
            <a:r>
              <a:rPr lang="en-US" dirty="0"/>
              <a:t>Click to edit Master title style</a:t>
            </a:r>
          </a:p>
        </p:txBody>
      </p:sp>
      <p:sp>
        <p:nvSpPr>
          <p:cNvPr id="17" name="Text Placeholder 6"/>
          <p:cNvSpPr>
            <a:spLocks noGrp="1"/>
          </p:cNvSpPr>
          <p:nvPr>
            <p:ph type="body" sz="quarter" idx="13" hasCustomPrompt="1"/>
          </p:nvPr>
        </p:nvSpPr>
        <p:spPr>
          <a:xfrm>
            <a:off x="264849" y="1219200"/>
            <a:ext cx="6948752" cy="311037"/>
          </a:xfrm>
        </p:spPr>
        <p:txBody>
          <a:bodyPr lIns="91440" tIns="0" rIns="91440" bIns="0" anchor="b" anchorCtr="0">
            <a:noAutofit/>
          </a:bodyPr>
          <a:lstStyle>
            <a:lvl1pPr>
              <a:defRPr sz="1800">
                <a:solidFill>
                  <a:schemeClr val="accent3"/>
                </a:solidFill>
              </a:defRPr>
            </a:lvl1pPr>
          </a:lstStyle>
          <a:p>
            <a:pPr lvl="0"/>
            <a:r>
              <a:rPr lang="en-US" dirty="0"/>
              <a:t>Subtitle text style</a:t>
            </a:r>
          </a:p>
        </p:txBody>
      </p:sp>
      <p:sp>
        <p:nvSpPr>
          <p:cNvPr id="19" name="Footer Placeholder 11"/>
          <p:cNvSpPr>
            <a:spLocks noGrp="1"/>
          </p:cNvSpPr>
          <p:nvPr>
            <p:ph type="ftr" sz="quarter" idx="3"/>
          </p:nvPr>
        </p:nvSpPr>
        <p:spPr>
          <a:xfrm>
            <a:off x="1320266" y="6527425"/>
            <a:ext cx="3086100" cy="144491"/>
          </a:xfrm>
          <a:prstGeom prst="rect">
            <a:avLst/>
          </a:prstGeom>
        </p:spPr>
        <p:txBody>
          <a:bodyPr vert="horz" lIns="68580" tIns="34290" rIns="68580" bIns="34290" rtlCol="0" anchor="ctr"/>
          <a:lstStyle>
            <a:lvl1pPr algn="l">
              <a:defRPr sz="600">
                <a:solidFill>
                  <a:schemeClr val="accent3"/>
                </a:solidFill>
              </a:defRPr>
            </a:lvl1pPr>
          </a:lstStyle>
          <a:p>
            <a:r>
              <a:rPr lang="en-US" dirty="0"/>
              <a:t>To edit go to: Insert &gt; Header and Footer</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A5D2E96-09D4-684C-BDED-6024B7F4284C}" type="slidenum">
              <a:rPr lang="en-US" smtClean="0"/>
              <a:t>‹#›</a:t>
            </a:fld>
            <a:endParaRPr lang="en-US"/>
          </a:p>
        </p:txBody>
      </p:sp>
      <p:sp>
        <p:nvSpPr>
          <p:cNvPr id="6" name="Footer Placeholder 11"/>
          <p:cNvSpPr>
            <a:spLocks noGrp="1"/>
          </p:cNvSpPr>
          <p:nvPr>
            <p:ph type="ftr" sz="quarter" idx="3"/>
          </p:nvPr>
        </p:nvSpPr>
        <p:spPr>
          <a:xfrm>
            <a:off x="1320266" y="6527425"/>
            <a:ext cx="3086100" cy="144491"/>
          </a:xfrm>
          <a:prstGeom prst="rect">
            <a:avLst/>
          </a:prstGeom>
        </p:spPr>
        <p:txBody>
          <a:bodyPr vert="horz" lIns="68580" tIns="34290" rIns="68580" bIns="34290" rtlCol="0" anchor="ctr"/>
          <a:lstStyle>
            <a:lvl1pPr algn="l">
              <a:defRPr sz="600">
                <a:solidFill>
                  <a:schemeClr val="accent3"/>
                </a:solidFill>
              </a:defRPr>
            </a:lvl1pPr>
          </a:lstStyle>
          <a:p>
            <a:r>
              <a:rPr lang="en-US" dirty="0"/>
              <a:t>To edit go to: Insert &gt; Header and Footer</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157" y="204829"/>
            <a:ext cx="6394608" cy="760372"/>
          </a:xfrm>
          <a:prstGeom prst="rect">
            <a:avLst/>
          </a:prstGeom>
        </p:spPr>
        <p:txBody>
          <a:bodyPr vert="horz" lIns="68580" tIns="34290" rIns="68580" bIns="3429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267314" y="1854329"/>
            <a:ext cx="8089489" cy="4281001"/>
          </a:xfrm>
          <a:prstGeom prst="rect">
            <a:avLst/>
          </a:prstGeom>
        </p:spPr>
        <p:txBody>
          <a:bodyPr vert="horz" lIns="68580" tIns="34290" rIns="68580" bIns="34290" rtlCol="0">
            <a:noAutofit/>
          </a:bodyPr>
          <a:lstStyle/>
          <a:p>
            <a:pPr lvl="0"/>
            <a:r>
              <a:rPr lang="en-US" dirty="0"/>
              <a:t>Click to edit Master text styles</a:t>
            </a:r>
          </a:p>
          <a:p>
            <a:pPr lvl="1"/>
            <a:r>
              <a:rPr lang="en-US" dirty="0"/>
              <a:t> Second level</a:t>
            </a:r>
          </a:p>
          <a:p>
            <a:pPr lvl="2"/>
            <a:r>
              <a:rPr lang="en-US" dirty="0"/>
              <a:t>Third level</a:t>
            </a:r>
          </a:p>
          <a:p>
            <a:pPr lvl="3"/>
            <a:r>
              <a:rPr lang="en-US" dirty="0"/>
              <a:t> Fourth level</a:t>
            </a:r>
          </a:p>
          <a:p>
            <a:pPr lvl="4"/>
            <a:r>
              <a:rPr lang="en-US" dirty="0"/>
              <a:t>Fifth level</a:t>
            </a:r>
          </a:p>
        </p:txBody>
      </p:sp>
      <p:sp>
        <p:nvSpPr>
          <p:cNvPr id="6" name="Slide Number Placeholder 5"/>
          <p:cNvSpPr>
            <a:spLocks noGrp="1"/>
          </p:cNvSpPr>
          <p:nvPr>
            <p:ph type="sldNum" sz="quarter" idx="4"/>
          </p:nvPr>
        </p:nvSpPr>
        <p:spPr>
          <a:xfrm>
            <a:off x="8356802" y="6415343"/>
            <a:ext cx="678426" cy="365125"/>
          </a:xfrm>
          <a:prstGeom prst="rect">
            <a:avLst/>
          </a:prstGeom>
        </p:spPr>
        <p:txBody>
          <a:bodyPr vert="horz" lIns="68580" tIns="34290" rIns="68580" bIns="34290" rtlCol="0" anchor="ctr"/>
          <a:lstStyle>
            <a:lvl1pPr algn="r">
              <a:defRPr sz="600">
                <a:solidFill>
                  <a:schemeClr val="tx1">
                    <a:tint val="75000"/>
                  </a:schemeClr>
                </a:solidFill>
              </a:defRPr>
            </a:lvl1pPr>
          </a:lstStyle>
          <a:p>
            <a:fld id="{3A5D2E96-09D4-684C-BDED-6024B7F4284C}" type="slidenum">
              <a:rPr lang="en-US" smtClean="0"/>
              <a:pPr/>
              <a:t>‹#›</a:t>
            </a:fld>
            <a:endParaRPr lang="en-US"/>
          </a:p>
        </p:txBody>
      </p:sp>
      <p:pic>
        <p:nvPicPr>
          <p:cNvPr id="8" name="Picture 7"/>
          <p:cNvPicPr>
            <a:picLocks noChangeAspect="1"/>
          </p:cNvPicPr>
          <p:nvPr userDrawn="1"/>
        </p:nvPicPr>
        <p:blipFill rotWithShape="1">
          <a:blip r:embed="rId19">
            <a:extLst>
              <a:ext uri="{28A0092B-C50C-407E-A947-70E740481C1C}">
                <a14:useLocalDpi xmlns:a14="http://schemas.microsoft.com/office/drawing/2010/main" val="0"/>
              </a:ext>
            </a:extLst>
          </a:blip>
          <a:srcRect l="9854" t="25599" r="9369" b="25265"/>
          <a:stretch/>
        </p:blipFill>
        <p:spPr>
          <a:xfrm>
            <a:off x="265415" y="6459798"/>
            <a:ext cx="985535" cy="232944"/>
          </a:xfrm>
          <a:prstGeom prst="rect">
            <a:avLst/>
          </a:prstGeom>
        </p:spPr>
      </p:pic>
    </p:spTree>
    <p:extLst>
      <p:ext uri="{BB962C8B-B14F-4D97-AF65-F5344CB8AC3E}">
        <p14:creationId xmlns:p14="http://schemas.microsoft.com/office/powerpoint/2010/main" val="56830091"/>
      </p:ext>
    </p:extLst>
  </p:cSld>
  <p:clrMap bg1="lt1" tx1="dk1" bg2="lt2" tx2="dk2" accent1="accent1" accent2="accent2" accent3="accent3" accent4="accent4" accent5="accent5" accent6="accent6" hlink="hlink" folHlink="folHlink"/>
  <p:sldLayoutIdLst>
    <p:sldLayoutId id="2147483717" r:id="rId1"/>
    <p:sldLayoutId id="2147483724" r:id="rId2"/>
    <p:sldLayoutId id="2147483741" r:id="rId3"/>
    <p:sldLayoutId id="2147483725" r:id="rId4"/>
    <p:sldLayoutId id="2147483726" r:id="rId5"/>
    <p:sldLayoutId id="2147483727" r:id="rId6"/>
    <p:sldLayoutId id="2147483735" r:id="rId7"/>
    <p:sldLayoutId id="2147483720" r:id="rId8"/>
    <p:sldLayoutId id="2147483722" r:id="rId9"/>
    <p:sldLayoutId id="2147483723" r:id="rId10"/>
    <p:sldLayoutId id="2147483737" r:id="rId11"/>
    <p:sldLayoutId id="2147483739" r:id="rId12"/>
    <p:sldLayoutId id="2147483728" r:id="rId13"/>
    <p:sldLayoutId id="2147483731" r:id="rId14"/>
    <p:sldLayoutId id="2147483732" r:id="rId15"/>
    <p:sldLayoutId id="2147483733" r:id="rId16"/>
    <p:sldLayoutId id="2147483734" r:id="rId17"/>
  </p:sldLayoutIdLst>
  <p:hf hdr="0" dt="0"/>
  <p:txStyles>
    <p:titleStyle>
      <a:lvl1pPr algn="l" defTabSz="685800" rtl="0" eaLnBrk="1" latinLnBrk="0" hangingPunct="1">
        <a:lnSpc>
          <a:spcPct val="90000"/>
        </a:lnSpc>
        <a:spcBef>
          <a:spcPct val="0"/>
        </a:spcBef>
        <a:buNone/>
        <a:defRPr sz="3000" b="1" i="0" kern="1200">
          <a:solidFill>
            <a:schemeClr val="tx1"/>
          </a:solidFill>
          <a:latin typeface="Georgia" charset="0"/>
          <a:ea typeface="Georgia" charset="0"/>
          <a:cs typeface="Georgia" charset="0"/>
        </a:defRPr>
      </a:lvl1pPr>
    </p:titleStyle>
    <p:bodyStyle>
      <a:lvl1pPr marL="0" indent="0" algn="l" defTabSz="685800" rtl="0" eaLnBrk="1" latinLnBrk="0" hangingPunct="1">
        <a:lnSpc>
          <a:spcPct val="140000"/>
        </a:lnSpc>
        <a:spcBef>
          <a:spcPts val="750"/>
        </a:spcBef>
        <a:buFont typeface="Arial"/>
        <a:buNone/>
        <a:defRPr sz="2200" kern="1200">
          <a:solidFill>
            <a:schemeClr val="tx1"/>
          </a:solidFill>
          <a:latin typeface="+mn-lt"/>
          <a:ea typeface="+mn-ea"/>
          <a:cs typeface="+mn-cs"/>
        </a:defRPr>
      </a:lvl1pPr>
      <a:lvl2pPr marL="130969" indent="-126206" algn="l" defTabSz="685800" rtl="0" eaLnBrk="1" latinLnBrk="0" hangingPunct="1">
        <a:lnSpc>
          <a:spcPct val="140000"/>
        </a:lnSpc>
        <a:spcBef>
          <a:spcPts val="375"/>
        </a:spcBef>
        <a:buFont typeface="Arial"/>
        <a:buChar char="•"/>
        <a:tabLst/>
        <a:defRPr sz="2200" kern="1200">
          <a:solidFill>
            <a:schemeClr val="tx1"/>
          </a:solidFill>
          <a:latin typeface="+mn-lt"/>
          <a:ea typeface="+mn-ea"/>
          <a:cs typeface="+mn-cs"/>
        </a:defRPr>
      </a:lvl2pPr>
      <a:lvl3pPr marL="302419" indent="-171450" algn="l" defTabSz="685800" rtl="0" eaLnBrk="1" latinLnBrk="0" hangingPunct="1">
        <a:lnSpc>
          <a:spcPct val="140000"/>
        </a:lnSpc>
        <a:spcBef>
          <a:spcPts val="375"/>
        </a:spcBef>
        <a:buFont typeface=".AppleSystemUIFont" charset="-120"/>
        <a:buChar char="−"/>
        <a:tabLst/>
        <a:defRPr sz="2200" kern="1200">
          <a:solidFill>
            <a:schemeClr val="tx1"/>
          </a:solidFill>
          <a:latin typeface="+mn-lt"/>
          <a:ea typeface="+mn-ea"/>
          <a:cs typeface="+mn-cs"/>
        </a:defRPr>
      </a:lvl3pPr>
      <a:lvl4pPr marL="428625" indent="-132160" algn="l" defTabSz="685800" rtl="0" eaLnBrk="1" latinLnBrk="0" hangingPunct="1">
        <a:lnSpc>
          <a:spcPct val="140000"/>
        </a:lnSpc>
        <a:spcBef>
          <a:spcPts val="375"/>
        </a:spcBef>
        <a:buFont typeface="Arial"/>
        <a:buChar char="•"/>
        <a:tabLst/>
        <a:defRPr sz="2200" kern="1200">
          <a:solidFill>
            <a:schemeClr val="tx1"/>
          </a:solidFill>
          <a:latin typeface="+mn-lt"/>
          <a:ea typeface="+mn-ea"/>
          <a:cs typeface="+mn-cs"/>
        </a:defRPr>
      </a:lvl4pPr>
      <a:lvl5pPr marL="560785" indent="-170260" algn="l" defTabSz="685800" rtl="0" eaLnBrk="1" latinLnBrk="0" hangingPunct="1">
        <a:lnSpc>
          <a:spcPct val="140000"/>
        </a:lnSpc>
        <a:spcBef>
          <a:spcPts val="375"/>
        </a:spcBef>
        <a:buFont typeface=".AppleSystemUIFont" charset="-120"/>
        <a:buChar char="−"/>
        <a:tabLst/>
        <a:defRPr sz="2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27">
          <p15:clr>
            <a:srgbClr val="F26B43"/>
          </p15:clr>
        </p15:guide>
        <p15:guide id="2" pos="288">
          <p15:clr>
            <a:srgbClr val="F26B43"/>
          </p15:clr>
        </p15:guide>
        <p15:guide id="3" orient="horz" pos="1361">
          <p15:clr>
            <a:srgbClr val="F26B43"/>
          </p15:clr>
        </p15:guide>
        <p15:guide id="4" orient="horz" pos="4176">
          <p15:clr>
            <a:srgbClr val="F26B43"/>
          </p15:clr>
        </p15:guide>
        <p15:guide id="5" orient="horz" pos="110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dev.azure.com/MetLife-Investments/Shared%20Services/_git/DALFI?path=%2FServices%2FMetLife.Investments.Dalfi.Api%2FServices%2FStreamService.cs&amp;version=GBDALFI_Development" TargetMode="External"/><Relationship Id="rId2" Type="http://schemas.openxmlformats.org/officeDocument/2006/relationships/hyperlink" Target="https://dev.azure.com/MetLife-Investments/Shared%20Services/_git/DALFI?path=%2FServices%2FMetLife.Investments.Dalfi.Api%2FControllers%2FDalfiApi.cs&amp;version=GBDALFI_Development&amp;_a=contents" TargetMode="External"/><Relationship Id="rId1" Type="http://schemas.openxmlformats.org/officeDocument/2006/relationships/slideLayout" Target="../slideLayouts/slideLayout7.xml"/><Relationship Id="rId5" Type="http://schemas.openxmlformats.org/officeDocument/2006/relationships/hyperlink" Target="https://stackoverflow.com/questions/42460198/return-file-in-asp-net-core-web-api" TargetMode="External"/><Relationship Id="rId4" Type="http://schemas.openxmlformats.org/officeDocument/2006/relationships/hyperlink" Target="https://docs.microsoft.com/en-us/dotnet/api/microsoft.aspnetcore.mvc.controllerbase.file?view=aspnetcore-5.0#Microsoft_AspNetCore_Mvc_ControllerBase_File_System_IO_Stream_System_String_System_Boolean_"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en.wikipedia.org/wiki/Push_technology#Long_polling"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5F62B3-9800-4590-B586-7A028F38C074}"/>
              </a:ext>
            </a:extLst>
          </p:cNvPr>
          <p:cNvSpPr txBox="1"/>
          <p:nvPr/>
        </p:nvSpPr>
        <p:spPr>
          <a:xfrm>
            <a:off x="3994167" y="4121002"/>
            <a:ext cx="4666820" cy="1562396"/>
          </a:xfrm>
          <a:prstGeom prst="rect">
            <a:avLst/>
          </a:prstGeom>
          <a:noFill/>
        </p:spPr>
        <p:txBody>
          <a:bodyPr wrap="square" lIns="91440" tIns="0" rIns="91440" bIns="0" rtlCol="0">
            <a:noAutofit/>
          </a:bodyPr>
          <a:lstStyle/>
          <a:p>
            <a:pPr algn="ctr"/>
            <a:r>
              <a:rPr lang="en-US" sz="10000" dirty="0">
                <a:solidFill>
                  <a:schemeClr val="bg1"/>
                </a:solidFill>
                <a:effectLst>
                  <a:outerShdw blurRad="50800" dist="38100" dir="18900000" algn="bl" rotWithShape="0">
                    <a:prstClr val="black">
                      <a:alpha val="40000"/>
                    </a:prstClr>
                  </a:outerShdw>
                </a:effectLst>
                <a:latin typeface="Impact" panose="020B0806030902050204" pitchFamily="34" charset="0"/>
              </a:rPr>
              <a:t>DRAFT</a:t>
            </a:r>
          </a:p>
        </p:txBody>
      </p:sp>
      <p:sp>
        <p:nvSpPr>
          <p:cNvPr id="3" name="Title 2"/>
          <p:cNvSpPr>
            <a:spLocks noGrp="1"/>
          </p:cNvSpPr>
          <p:nvPr>
            <p:ph type="ctrTitle"/>
          </p:nvPr>
        </p:nvSpPr>
        <p:spPr>
          <a:xfrm>
            <a:off x="483013" y="2836068"/>
            <a:ext cx="8146141" cy="872164"/>
          </a:xfrm>
        </p:spPr>
        <p:txBody>
          <a:bodyPr/>
          <a:lstStyle/>
          <a:p>
            <a:r>
              <a:rPr lang="en-US" dirty="0"/>
              <a:t>A Modern GRID API </a:t>
            </a:r>
            <a:endParaRPr lang="en-US" b="0" dirty="0"/>
          </a:p>
        </p:txBody>
      </p:sp>
      <p:sp>
        <p:nvSpPr>
          <p:cNvPr id="15" name="Subtitle 14"/>
          <p:cNvSpPr>
            <a:spLocks noGrp="1"/>
          </p:cNvSpPr>
          <p:nvPr>
            <p:ph type="subTitle" idx="1"/>
          </p:nvPr>
        </p:nvSpPr>
        <p:spPr/>
        <p:txBody>
          <a:bodyPr/>
          <a:lstStyle/>
          <a:p>
            <a:r>
              <a:rPr lang="en-US" dirty="0"/>
              <a:t> </a:t>
            </a:r>
          </a:p>
        </p:txBody>
      </p:sp>
      <p:sp>
        <p:nvSpPr>
          <p:cNvPr id="16" name="Content Placeholder 15"/>
          <p:cNvSpPr>
            <a:spLocks noGrp="1"/>
          </p:cNvSpPr>
          <p:nvPr>
            <p:ph sz="quarter" idx="10"/>
          </p:nvPr>
        </p:nvSpPr>
        <p:spPr>
          <a:xfrm>
            <a:off x="483013" y="4648200"/>
            <a:ext cx="4736688" cy="1300480"/>
          </a:xfrm>
        </p:spPr>
        <p:txBody>
          <a:bodyPr/>
          <a:lstStyle/>
          <a:p>
            <a:r>
              <a:rPr lang="en-US" dirty="0"/>
              <a:t>Rich Kempinski</a:t>
            </a:r>
          </a:p>
          <a:p>
            <a:r>
              <a:rPr lang="en-US" dirty="0"/>
              <a:t>Investments Architecture</a:t>
            </a:r>
          </a:p>
          <a:p>
            <a:r>
              <a:rPr lang="en-US" dirty="0"/>
              <a:t>Aug 2021</a:t>
            </a:r>
          </a:p>
        </p:txBody>
      </p:sp>
    </p:spTree>
    <p:extLst>
      <p:ext uri="{BB962C8B-B14F-4D97-AF65-F5344CB8AC3E}">
        <p14:creationId xmlns:p14="http://schemas.microsoft.com/office/powerpoint/2010/main" val="829978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48327B-FE73-4903-BB74-0D496D7E570F}"/>
              </a:ext>
            </a:extLst>
          </p:cNvPr>
          <p:cNvSpPr>
            <a:spLocks noGrp="1"/>
          </p:cNvSpPr>
          <p:nvPr>
            <p:ph idx="1"/>
          </p:nvPr>
        </p:nvSpPr>
        <p:spPr>
          <a:xfrm>
            <a:off x="423214" y="1214280"/>
            <a:ext cx="8564714" cy="3562375"/>
          </a:xfrm>
        </p:spPr>
        <p:txBody>
          <a:bodyPr/>
          <a:lstStyle/>
          <a:p>
            <a:pPr marL="285750" indent="-285750">
              <a:lnSpc>
                <a:spcPct val="100000"/>
              </a:lnSpc>
              <a:buFont typeface="Arial" panose="020B0604020202020204" pitchFamily="34" charset="0"/>
              <a:buChar char="•"/>
            </a:pPr>
            <a:r>
              <a:rPr lang="en-US" sz="2000" dirty="0"/>
              <a:t>provides a clean resource-oriented RESTful access to data</a:t>
            </a:r>
          </a:p>
          <a:p>
            <a:pPr marL="588169" lvl="2" indent="-285750">
              <a:lnSpc>
                <a:spcPct val="100000"/>
              </a:lnSpc>
              <a:buFont typeface="Arial" panose="020B0604020202020204" pitchFamily="34" charset="0"/>
              <a:buChar char="•"/>
            </a:pPr>
            <a:r>
              <a:rPr lang="en-US" sz="2000" dirty="0"/>
              <a:t>data are exposed as </a:t>
            </a:r>
            <a:r>
              <a:rPr lang="en-US" sz="2000" i="1" dirty="0"/>
              <a:t>resources </a:t>
            </a:r>
            <a:r>
              <a:rPr lang="en-US" sz="2000" dirty="0"/>
              <a:t>(resource names are nouns)</a:t>
            </a:r>
          </a:p>
          <a:p>
            <a:pPr marL="588169" lvl="2" indent="-285750">
              <a:lnSpc>
                <a:spcPct val="100000"/>
              </a:lnSpc>
              <a:buFont typeface="Arial" panose="020B0604020202020204" pitchFamily="34" charset="0"/>
              <a:buChar char="•"/>
            </a:pPr>
            <a:r>
              <a:rPr lang="en-US" sz="2000" dirty="0"/>
              <a:t>actions are defined by HTTP verbs  (GET, POST, PUT, DEL)</a:t>
            </a:r>
          </a:p>
          <a:p>
            <a:pPr marL="285750" indent="-285750">
              <a:lnSpc>
                <a:spcPct val="100000"/>
              </a:lnSpc>
              <a:buFont typeface="Arial" panose="020B0604020202020204" pitchFamily="34" charset="0"/>
              <a:buChar char="•"/>
            </a:pPr>
            <a:r>
              <a:rPr lang="en-US" sz="2000" dirty="0"/>
              <a:t>accepts and responds with json</a:t>
            </a:r>
          </a:p>
          <a:p>
            <a:pPr marL="285750" indent="-285750">
              <a:lnSpc>
                <a:spcPct val="100000"/>
              </a:lnSpc>
              <a:buFont typeface="Arial" panose="020B0604020202020204" pitchFamily="34" charset="0"/>
              <a:buChar char="•"/>
            </a:pPr>
            <a:r>
              <a:rPr lang="en-US" sz="2000" dirty="0"/>
              <a:t>enables easy client app integration</a:t>
            </a:r>
          </a:p>
          <a:p>
            <a:pPr marL="285750" indent="-285750">
              <a:lnSpc>
                <a:spcPct val="100000"/>
              </a:lnSpc>
              <a:buFont typeface="Arial" panose="020B0604020202020204" pitchFamily="34" charset="0"/>
              <a:buChar char="•"/>
            </a:pPr>
            <a:r>
              <a:rPr lang="en-US" sz="2000" dirty="0"/>
              <a:t>has only a simple onboarding process for clients to use the API</a:t>
            </a:r>
          </a:p>
          <a:p>
            <a:pPr marL="285750" indent="-285750">
              <a:lnSpc>
                <a:spcPct val="100000"/>
              </a:lnSpc>
              <a:buFont typeface="Arial" panose="020B0604020202020204" pitchFamily="34" charset="0"/>
              <a:buChar char="•"/>
            </a:pPr>
            <a:r>
              <a:rPr lang="en-US" sz="2000" dirty="0"/>
              <a:t>provides secure, controlled access to resources</a:t>
            </a:r>
          </a:p>
          <a:p>
            <a:pPr marL="285750" indent="-285750">
              <a:lnSpc>
                <a:spcPct val="100000"/>
              </a:lnSpc>
              <a:buFont typeface="Arial" panose="020B0604020202020204" pitchFamily="34" charset="0"/>
              <a:buChar char="•"/>
            </a:pPr>
            <a:r>
              <a:rPr lang="en-US" sz="2000" dirty="0"/>
              <a:t>performs well, even under load, through the liberal use of caching</a:t>
            </a:r>
          </a:p>
          <a:p>
            <a:pPr marL="285750" indent="-285750">
              <a:lnSpc>
                <a:spcPct val="100000"/>
              </a:lnSpc>
              <a:buFont typeface="Arial" panose="020B0604020202020204" pitchFamily="34" charset="0"/>
              <a:buChar char="•"/>
            </a:pPr>
            <a:r>
              <a:rPr lang="en-US" sz="2000" dirty="0"/>
              <a:t>allows new versions to be released without breaking existing API users</a:t>
            </a:r>
          </a:p>
          <a:p>
            <a:pPr marL="285750" indent="-285750">
              <a:lnSpc>
                <a:spcPct val="100000"/>
              </a:lnSpc>
              <a:buFont typeface="Arial" panose="020B0604020202020204" pitchFamily="34" charset="0"/>
              <a:buChar char="•"/>
            </a:pPr>
            <a:endParaRPr lang="en-US" sz="1800" dirty="0"/>
          </a:p>
        </p:txBody>
      </p:sp>
      <p:sp>
        <p:nvSpPr>
          <p:cNvPr id="3" name="Slide Number Placeholder 2">
            <a:extLst>
              <a:ext uri="{FF2B5EF4-FFF2-40B4-BE49-F238E27FC236}">
                <a16:creationId xmlns:a16="http://schemas.microsoft.com/office/drawing/2014/main" id="{84A3CD20-E68F-4DAF-B447-290BE3C7B109}"/>
              </a:ext>
            </a:extLst>
          </p:cNvPr>
          <p:cNvSpPr>
            <a:spLocks noGrp="1"/>
          </p:cNvSpPr>
          <p:nvPr>
            <p:ph type="sldNum" sz="quarter" idx="12"/>
          </p:nvPr>
        </p:nvSpPr>
        <p:spPr/>
        <p:txBody>
          <a:bodyPr/>
          <a:lstStyle/>
          <a:p>
            <a:fld id="{3A5D2E96-09D4-684C-BDED-6024B7F4284C}" type="slidenum">
              <a:rPr lang="en-US" smtClean="0"/>
              <a:pPr/>
              <a:t>3</a:t>
            </a:fld>
            <a:endParaRPr lang="en-US"/>
          </a:p>
        </p:txBody>
      </p:sp>
      <p:sp>
        <p:nvSpPr>
          <p:cNvPr id="4" name="Title 3">
            <a:extLst>
              <a:ext uri="{FF2B5EF4-FFF2-40B4-BE49-F238E27FC236}">
                <a16:creationId xmlns:a16="http://schemas.microsoft.com/office/drawing/2014/main" id="{B6F3D48E-E074-47EF-8AD7-9CBC58B994AD}"/>
              </a:ext>
            </a:extLst>
          </p:cNvPr>
          <p:cNvSpPr>
            <a:spLocks noGrp="1"/>
          </p:cNvSpPr>
          <p:nvPr>
            <p:ph type="title"/>
          </p:nvPr>
        </p:nvSpPr>
        <p:spPr>
          <a:xfrm>
            <a:off x="269158" y="204829"/>
            <a:ext cx="7905263" cy="449141"/>
          </a:xfrm>
        </p:spPr>
        <p:txBody>
          <a:bodyPr/>
          <a:lstStyle/>
          <a:p>
            <a:r>
              <a:rPr lang="en-US" sz="2400" dirty="0"/>
              <a:t>What is a modern API?</a:t>
            </a:r>
          </a:p>
        </p:txBody>
      </p:sp>
      <p:sp>
        <p:nvSpPr>
          <p:cNvPr id="5" name="Text Placeholder 4">
            <a:extLst>
              <a:ext uri="{FF2B5EF4-FFF2-40B4-BE49-F238E27FC236}">
                <a16:creationId xmlns:a16="http://schemas.microsoft.com/office/drawing/2014/main" id="{088AA32D-F556-44B4-972E-D5D4ECC995E8}"/>
              </a:ext>
            </a:extLst>
          </p:cNvPr>
          <p:cNvSpPr>
            <a:spLocks noGrp="1"/>
          </p:cNvSpPr>
          <p:nvPr>
            <p:ph type="body" sz="quarter" idx="13"/>
          </p:nvPr>
        </p:nvSpPr>
        <p:spPr>
          <a:xfrm>
            <a:off x="423214" y="651598"/>
            <a:ext cx="6948752" cy="311037"/>
          </a:xfrm>
        </p:spPr>
        <p:txBody>
          <a:bodyPr/>
          <a:lstStyle/>
          <a:p>
            <a:r>
              <a:rPr lang="en-US" sz="1600" dirty="0"/>
              <a:t>simplifies access to data</a:t>
            </a:r>
          </a:p>
        </p:txBody>
      </p:sp>
      <p:sp>
        <p:nvSpPr>
          <p:cNvPr id="6" name="Footer Placeholder 5">
            <a:extLst>
              <a:ext uri="{FF2B5EF4-FFF2-40B4-BE49-F238E27FC236}">
                <a16:creationId xmlns:a16="http://schemas.microsoft.com/office/drawing/2014/main" id="{02A0BDE5-14AF-4322-82B4-F2D01CDBF36C}"/>
              </a:ext>
            </a:extLst>
          </p:cNvPr>
          <p:cNvSpPr>
            <a:spLocks noGrp="1"/>
          </p:cNvSpPr>
          <p:nvPr>
            <p:ph type="ftr" sz="quarter" idx="3"/>
          </p:nvPr>
        </p:nvSpPr>
        <p:spPr/>
        <p:txBody>
          <a:bodyPr/>
          <a:lstStyle/>
          <a:p>
            <a:r>
              <a:rPr lang="en-US"/>
              <a:t>To edit go to: Insert &gt; Header and Footer</a:t>
            </a:r>
            <a:endParaRPr lang="en-US" dirty="0"/>
          </a:p>
        </p:txBody>
      </p:sp>
      <p:sp>
        <p:nvSpPr>
          <p:cNvPr id="7" name="TextBox 6">
            <a:extLst>
              <a:ext uri="{FF2B5EF4-FFF2-40B4-BE49-F238E27FC236}">
                <a16:creationId xmlns:a16="http://schemas.microsoft.com/office/drawing/2014/main" id="{5A458D1D-A385-45E1-9360-4C555905C3A2}"/>
              </a:ext>
            </a:extLst>
          </p:cNvPr>
          <p:cNvSpPr txBox="1"/>
          <p:nvPr/>
        </p:nvSpPr>
        <p:spPr>
          <a:xfrm>
            <a:off x="1482089" y="5085320"/>
            <a:ext cx="6179822" cy="889679"/>
          </a:xfrm>
          <a:prstGeom prst="rect">
            <a:avLst/>
          </a:prstGeom>
          <a:solidFill>
            <a:schemeClr val="accent2">
              <a:lumMod val="20000"/>
              <a:lumOff val="80000"/>
            </a:schemeClr>
          </a:solidFill>
        </p:spPr>
        <p:txBody>
          <a:bodyPr wrap="square" lIns="91440" tIns="0" rIns="91440" bIns="0" rtlCol="0" anchor="ctr">
            <a:noAutofit/>
          </a:bodyPr>
          <a:lstStyle/>
          <a:p>
            <a:pPr algn="ctr"/>
            <a:r>
              <a:rPr lang="en-US" sz="2000" dirty="0"/>
              <a:t>a modern API is one that everyone wants to use, </a:t>
            </a:r>
          </a:p>
          <a:p>
            <a:pPr algn="ctr"/>
            <a:r>
              <a:rPr lang="en-US" sz="2000" dirty="0"/>
              <a:t>for all the reasons cited above</a:t>
            </a:r>
            <a:endParaRPr lang="en-US" sz="1800" dirty="0"/>
          </a:p>
        </p:txBody>
      </p:sp>
    </p:spTree>
    <p:extLst>
      <p:ext uri="{BB962C8B-B14F-4D97-AF65-F5344CB8AC3E}">
        <p14:creationId xmlns:p14="http://schemas.microsoft.com/office/powerpoint/2010/main" val="209579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48327B-FE73-4903-BB74-0D496D7E570F}"/>
              </a:ext>
            </a:extLst>
          </p:cNvPr>
          <p:cNvSpPr>
            <a:spLocks noGrp="1"/>
          </p:cNvSpPr>
          <p:nvPr>
            <p:ph idx="1"/>
          </p:nvPr>
        </p:nvSpPr>
        <p:spPr>
          <a:xfrm>
            <a:off x="303935" y="1085528"/>
            <a:ext cx="8564714" cy="5082140"/>
          </a:xfrm>
        </p:spPr>
        <p:txBody>
          <a:bodyPr/>
          <a:lstStyle/>
          <a:p>
            <a:pPr marL="285750" indent="-285750">
              <a:lnSpc>
                <a:spcPct val="100000"/>
              </a:lnSpc>
              <a:buFont typeface="Arial" panose="020B0604020202020204" pitchFamily="34" charset="0"/>
              <a:buChar char="•"/>
            </a:pPr>
            <a:r>
              <a:rPr lang="en-US" sz="1600" dirty="0"/>
              <a:t>Assume we have a repository that maintains details about some “widgets” </a:t>
            </a:r>
          </a:p>
          <a:p>
            <a:pPr marL="285750" indent="-285750">
              <a:lnSpc>
                <a:spcPct val="100000"/>
              </a:lnSpc>
              <a:buFont typeface="Arial" panose="020B0604020202020204" pitchFamily="34" charset="0"/>
              <a:buChar char="•"/>
            </a:pPr>
            <a:r>
              <a:rPr lang="en-US" sz="1600" dirty="0"/>
              <a:t>The API will provide access to widget data using a resource named “</a:t>
            </a:r>
            <a:r>
              <a:rPr lang="en-US" sz="1600" b="1" dirty="0"/>
              <a:t>/api/widgets</a:t>
            </a:r>
            <a:r>
              <a:rPr lang="en-US" sz="1600" dirty="0"/>
              <a:t>”</a:t>
            </a:r>
          </a:p>
          <a:p>
            <a:pPr marL="285750" indent="-285750">
              <a:lnSpc>
                <a:spcPct val="100000"/>
              </a:lnSpc>
              <a:buFont typeface="Arial" panose="020B0604020202020204" pitchFamily="34" charset="0"/>
              <a:buChar char="•"/>
            </a:pPr>
            <a:r>
              <a:rPr lang="en-US" sz="1600" dirty="0"/>
              <a:t>HTTP verbs are used to access and manipulate resources</a:t>
            </a:r>
          </a:p>
          <a:p>
            <a:pPr marL="588169" lvl="2" indent="-285750">
              <a:lnSpc>
                <a:spcPct val="100000"/>
              </a:lnSpc>
              <a:buFont typeface="Arial" panose="020B0604020202020204" pitchFamily="34" charset="0"/>
              <a:buChar char="•"/>
            </a:pPr>
            <a:r>
              <a:rPr lang="en-US" sz="1400" dirty="0"/>
              <a:t>GET – retrieves information about all the widgets or about a specific widget</a:t>
            </a:r>
          </a:p>
          <a:p>
            <a:pPr marL="588169" lvl="2" indent="-285750">
              <a:lnSpc>
                <a:spcPct val="100000"/>
              </a:lnSpc>
              <a:buFont typeface="Arial" panose="020B0604020202020204" pitchFamily="34" charset="0"/>
              <a:buChar char="•"/>
            </a:pPr>
            <a:r>
              <a:rPr lang="en-US" sz="1400" dirty="0"/>
              <a:t>POST - creates a new widget in our repository</a:t>
            </a:r>
          </a:p>
          <a:p>
            <a:pPr marL="588169" lvl="2" indent="-285750">
              <a:lnSpc>
                <a:spcPct val="100000"/>
              </a:lnSpc>
              <a:buFont typeface="Arial" panose="020B0604020202020204" pitchFamily="34" charset="0"/>
              <a:buChar char="•"/>
            </a:pPr>
            <a:r>
              <a:rPr lang="en-US" sz="1400" dirty="0"/>
              <a:t>PUT - modifies a widget</a:t>
            </a:r>
          </a:p>
          <a:p>
            <a:pPr marL="588169" lvl="2" indent="-285750">
              <a:lnSpc>
                <a:spcPct val="100000"/>
              </a:lnSpc>
              <a:buFont typeface="Arial" panose="020B0604020202020204" pitchFamily="34" charset="0"/>
              <a:buChar char="•"/>
            </a:pPr>
            <a:r>
              <a:rPr lang="en-US" sz="1400" dirty="0"/>
              <a:t>DEL - deletes a widget</a:t>
            </a:r>
          </a:p>
          <a:p>
            <a:pPr lvl="1" indent="0">
              <a:lnSpc>
                <a:spcPct val="100000"/>
              </a:lnSpc>
              <a:buNone/>
            </a:pPr>
            <a:endParaRPr lang="en-US" sz="1400" dirty="0"/>
          </a:p>
        </p:txBody>
      </p:sp>
      <p:sp>
        <p:nvSpPr>
          <p:cNvPr id="3" name="Slide Number Placeholder 2">
            <a:extLst>
              <a:ext uri="{FF2B5EF4-FFF2-40B4-BE49-F238E27FC236}">
                <a16:creationId xmlns:a16="http://schemas.microsoft.com/office/drawing/2014/main" id="{84A3CD20-E68F-4DAF-B447-290BE3C7B109}"/>
              </a:ext>
            </a:extLst>
          </p:cNvPr>
          <p:cNvSpPr>
            <a:spLocks noGrp="1"/>
          </p:cNvSpPr>
          <p:nvPr>
            <p:ph type="sldNum" sz="quarter" idx="12"/>
          </p:nvPr>
        </p:nvSpPr>
        <p:spPr/>
        <p:txBody>
          <a:bodyPr/>
          <a:lstStyle/>
          <a:p>
            <a:fld id="{3A5D2E96-09D4-684C-BDED-6024B7F4284C}" type="slidenum">
              <a:rPr lang="en-US" smtClean="0"/>
              <a:pPr/>
              <a:t>4</a:t>
            </a:fld>
            <a:endParaRPr lang="en-US"/>
          </a:p>
        </p:txBody>
      </p:sp>
      <p:sp>
        <p:nvSpPr>
          <p:cNvPr id="4" name="Title 3">
            <a:extLst>
              <a:ext uri="{FF2B5EF4-FFF2-40B4-BE49-F238E27FC236}">
                <a16:creationId xmlns:a16="http://schemas.microsoft.com/office/drawing/2014/main" id="{B6F3D48E-E074-47EF-8AD7-9CBC58B994AD}"/>
              </a:ext>
            </a:extLst>
          </p:cNvPr>
          <p:cNvSpPr>
            <a:spLocks noGrp="1"/>
          </p:cNvSpPr>
          <p:nvPr>
            <p:ph type="title"/>
          </p:nvPr>
        </p:nvSpPr>
        <p:spPr>
          <a:xfrm>
            <a:off x="269158" y="204829"/>
            <a:ext cx="7905263" cy="449141"/>
          </a:xfrm>
        </p:spPr>
        <p:txBody>
          <a:bodyPr/>
          <a:lstStyle/>
          <a:p>
            <a:r>
              <a:rPr lang="en-US" sz="2400" dirty="0"/>
              <a:t>What is a modern API?   --  a simple example</a:t>
            </a:r>
          </a:p>
        </p:txBody>
      </p:sp>
      <p:sp>
        <p:nvSpPr>
          <p:cNvPr id="5" name="Text Placeholder 4">
            <a:extLst>
              <a:ext uri="{FF2B5EF4-FFF2-40B4-BE49-F238E27FC236}">
                <a16:creationId xmlns:a16="http://schemas.microsoft.com/office/drawing/2014/main" id="{088AA32D-F556-44B4-972E-D5D4ECC995E8}"/>
              </a:ext>
            </a:extLst>
          </p:cNvPr>
          <p:cNvSpPr>
            <a:spLocks noGrp="1"/>
          </p:cNvSpPr>
          <p:nvPr>
            <p:ph type="body" sz="quarter" idx="13"/>
          </p:nvPr>
        </p:nvSpPr>
        <p:spPr>
          <a:xfrm>
            <a:off x="423214" y="633681"/>
            <a:ext cx="6948752" cy="311037"/>
          </a:xfrm>
        </p:spPr>
        <p:txBody>
          <a:bodyPr/>
          <a:lstStyle/>
          <a:p>
            <a:r>
              <a:rPr lang="en-US" sz="1600" dirty="0"/>
              <a:t>resources, nouns &amp; verbs</a:t>
            </a:r>
          </a:p>
        </p:txBody>
      </p:sp>
      <p:sp>
        <p:nvSpPr>
          <p:cNvPr id="6" name="Footer Placeholder 5">
            <a:extLst>
              <a:ext uri="{FF2B5EF4-FFF2-40B4-BE49-F238E27FC236}">
                <a16:creationId xmlns:a16="http://schemas.microsoft.com/office/drawing/2014/main" id="{02A0BDE5-14AF-4322-82B4-F2D01CDBF36C}"/>
              </a:ext>
            </a:extLst>
          </p:cNvPr>
          <p:cNvSpPr>
            <a:spLocks noGrp="1"/>
          </p:cNvSpPr>
          <p:nvPr>
            <p:ph type="ftr" sz="quarter" idx="3"/>
          </p:nvPr>
        </p:nvSpPr>
        <p:spPr/>
        <p:txBody>
          <a:bodyPr/>
          <a:lstStyle/>
          <a:p>
            <a:r>
              <a:rPr lang="en-US"/>
              <a:t>To edit go to: Insert &gt; Header and Footer</a:t>
            </a:r>
            <a:endParaRPr lang="en-US" dirty="0"/>
          </a:p>
        </p:txBody>
      </p:sp>
      <p:graphicFrame>
        <p:nvGraphicFramePr>
          <p:cNvPr id="7" name="Table 7">
            <a:extLst>
              <a:ext uri="{FF2B5EF4-FFF2-40B4-BE49-F238E27FC236}">
                <a16:creationId xmlns:a16="http://schemas.microsoft.com/office/drawing/2014/main" id="{5F8D8F1F-5577-497A-B1A9-086DCFA41C68}"/>
              </a:ext>
            </a:extLst>
          </p:cNvPr>
          <p:cNvGraphicFramePr>
            <a:graphicFrameLocks noGrp="1"/>
          </p:cNvGraphicFramePr>
          <p:nvPr>
            <p:extLst>
              <p:ext uri="{D42A27DB-BD31-4B8C-83A1-F6EECF244321}">
                <p14:modId xmlns:p14="http://schemas.microsoft.com/office/powerpoint/2010/main" val="908322378"/>
              </p:ext>
            </p:extLst>
          </p:nvPr>
        </p:nvGraphicFramePr>
        <p:xfrm>
          <a:off x="451799" y="3429000"/>
          <a:ext cx="8268987" cy="2794000"/>
        </p:xfrm>
        <a:graphic>
          <a:graphicData uri="http://schemas.openxmlformats.org/drawingml/2006/table">
            <a:tbl>
              <a:tblPr firstRow="1" bandRow="1">
                <a:tableStyleId>{5C22544A-7EE6-4342-B048-85BDC9FD1C3A}</a:tableStyleId>
              </a:tblPr>
              <a:tblGrid>
                <a:gridCol w="2804755">
                  <a:extLst>
                    <a:ext uri="{9D8B030D-6E8A-4147-A177-3AD203B41FA5}">
                      <a16:colId xmlns:a16="http://schemas.microsoft.com/office/drawing/2014/main" val="385019480"/>
                    </a:ext>
                  </a:extLst>
                </a:gridCol>
                <a:gridCol w="5464232">
                  <a:extLst>
                    <a:ext uri="{9D8B030D-6E8A-4147-A177-3AD203B41FA5}">
                      <a16:colId xmlns:a16="http://schemas.microsoft.com/office/drawing/2014/main" val="375725438"/>
                    </a:ext>
                  </a:extLst>
                </a:gridCol>
              </a:tblGrid>
              <a:tr h="368279">
                <a:tc>
                  <a:txBody>
                    <a:bodyPr/>
                    <a:lstStyle/>
                    <a:p>
                      <a:r>
                        <a:rPr lang="en-US" sz="1400" dirty="0"/>
                        <a:t>HTTP verb applied to resource</a:t>
                      </a:r>
                    </a:p>
                  </a:txBody>
                  <a:tcPr/>
                </a:tc>
                <a:tc>
                  <a:txBody>
                    <a:bodyPr/>
                    <a:lstStyle/>
                    <a:p>
                      <a:r>
                        <a:rPr lang="en-US" sz="1400" dirty="0"/>
                        <a:t>Description</a:t>
                      </a:r>
                    </a:p>
                  </a:txBody>
                  <a:tcPr/>
                </a:tc>
                <a:extLst>
                  <a:ext uri="{0D108BD9-81ED-4DB2-BD59-A6C34878D82A}">
                    <a16:rowId xmlns:a16="http://schemas.microsoft.com/office/drawing/2014/main" val="2822741571"/>
                  </a:ext>
                </a:extLst>
              </a:tr>
              <a:tr h="368279">
                <a:tc>
                  <a:txBody>
                    <a:bodyPr/>
                    <a:lstStyle/>
                    <a:p>
                      <a:r>
                        <a:rPr lang="en-US" sz="1400" dirty="0">
                          <a:latin typeface="Consolas" panose="020B0609020204030204" pitchFamily="49" charset="0"/>
                        </a:rPr>
                        <a:t>GET /api/widgets </a:t>
                      </a:r>
                    </a:p>
                  </a:txBody>
                  <a:tcPr anchor="ctr"/>
                </a:tc>
                <a:tc>
                  <a:txBody>
                    <a:bodyPr/>
                    <a:lstStyle/>
                    <a:p>
                      <a:r>
                        <a:rPr lang="en-US" sz="1400" dirty="0"/>
                        <a:t>returns the list of widgets in our repository as a json list</a:t>
                      </a:r>
                    </a:p>
                  </a:txBody>
                  <a:tcPr anchor="ctr"/>
                </a:tc>
                <a:extLst>
                  <a:ext uri="{0D108BD9-81ED-4DB2-BD59-A6C34878D82A}">
                    <a16:rowId xmlns:a16="http://schemas.microsoft.com/office/drawing/2014/main" val="2052872830"/>
                  </a:ext>
                </a:extLst>
              </a:tr>
              <a:tr h="368279">
                <a:tc>
                  <a:txBody>
                    <a:bodyPr/>
                    <a:lstStyle/>
                    <a:p>
                      <a:r>
                        <a:rPr lang="en-US" sz="1400" dirty="0">
                          <a:latin typeface="Consolas" panose="020B0609020204030204" pitchFamily="49" charset="0"/>
                        </a:rPr>
                        <a:t>GET /api/widgets/w101 </a:t>
                      </a:r>
                    </a:p>
                  </a:txBody>
                  <a:tcPr anchor="ctr"/>
                </a:tc>
                <a:tc>
                  <a:txBody>
                    <a:bodyPr/>
                    <a:lstStyle/>
                    <a:p>
                      <a:r>
                        <a:rPr lang="en-US" sz="1400" dirty="0"/>
                        <a:t>returns the details of the widget with ID w101 as a json object</a:t>
                      </a:r>
                    </a:p>
                  </a:txBody>
                  <a:tcPr anchor="ctr"/>
                </a:tc>
                <a:extLst>
                  <a:ext uri="{0D108BD9-81ED-4DB2-BD59-A6C34878D82A}">
                    <a16:rowId xmlns:a16="http://schemas.microsoft.com/office/drawing/2014/main" val="1998448655"/>
                  </a:ext>
                </a:extLst>
              </a:tr>
              <a:tr h="557526">
                <a:tc>
                  <a:txBody>
                    <a:bodyPr/>
                    <a:lstStyle/>
                    <a:p>
                      <a:r>
                        <a:rPr lang="en-US" sz="1400" dirty="0">
                          <a:latin typeface="Consolas" panose="020B0609020204030204" pitchFamily="49" charset="0"/>
                        </a:rPr>
                        <a:t>POST /api/widgets</a:t>
                      </a:r>
                    </a:p>
                  </a:txBody>
                  <a:tcPr anchor="ctr"/>
                </a:tc>
                <a:tc>
                  <a:txBody>
                    <a:bodyPr/>
                    <a:lstStyle/>
                    <a:p>
                      <a:r>
                        <a:rPr lang="en-US" sz="1400" dirty="0"/>
                        <a:t>create &amp; add a new widget to our repository.  The body of the  POST request contains the json description of the new widget</a:t>
                      </a:r>
                    </a:p>
                  </a:txBody>
                  <a:tcPr anchor="ctr"/>
                </a:tc>
                <a:extLst>
                  <a:ext uri="{0D108BD9-81ED-4DB2-BD59-A6C34878D82A}">
                    <a16:rowId xmlns:a16="http://schemas.microsoft.com/office/drawing/2014/main" val="3344870774"/>
                  </a:ext>
                </a:extLst>
              </a:tr>
              <a:tr h="368279">
                <a:tc>
                  <a:txBody>
                    <a:bodyPr/>
                    <a:lstStyle/>
                    <a:p>
                      <a:r>
                        <a:rPr lang="en-US" sz="1400" dirty="0">
                          <a:latin typeface="Consolas" panose="020B0609020204030204" pitchFamily="49" charset="0"/>
                        </a:rPr>
                        <a:t>DEL /api/widgets/w221 </a:t>
                      </a:r>
                    </a:p>
                  </a:txBody>
                  <a:tcPr anchor="ctr"/>
                </a:tc>
                <a:tc>
                  <a:txBody>
                    <a:bodyPr/>
                    <a:lstStyle/>
                    <a:p>
                      <a:r>
                        <a:rPr lang="en-US" sz="1400" dirty="0"/>
                        <a:t>deletes the widget from our repository</a:t>
                      </a:r>
                    </a:p>
                  </a:txBody>
                  <a:tcPr anchor="ctr"/>
                </a:tc>
                <a:extLst>
                  <a:ext uri="{0D108BD9-81ED-4DB2-BD59-A6C34878D82A}">
                    <a16:rowId xmlns:a16="http://schemas.microsoft.com/office/drawing/2014/main" val="1439951989"/>
                  </a:ext>
                </a:extLst>
              </a:tr>
              <a:tr h="763358">
                <a:tc>
                  <a:txBody>
                    <a:bodyPr/>
                    <a:lstStyle/>
                    <a:p>
                      <a:r>
                        <a:rPr lang="en-US" sz="1400" dirty="0">
                          <a:latin typeface="Consolas" panose="020B0609020204030204" pitchFamily="49" charset="0"/>
                        </a:rPr>
                        <a:t>PUT /api/widgets/w33</a:t>
                      </a:r>
                    </a:p>
                  </a:txBody>
                  <a:tcPr anchor="ctr"/>
                </a:tc>
                <a:tc>
                  <a:txBody>
                    <a:bodyPr/>
                    <a:lstStyle/>
                    <a:p>
                      <a:r>
                        <a:rPr lang="en-US" sz="1400" dirty="0"/>
                        <a:t>Modifies widget w33 with the details provided in the json body of the PUT request</a:t>
                      </a:r>
                    </a:p>
                  </a:txBody>
                  <a:tcPr anchor="ctr"/>
                </a:tc>
                <a:extLst>
                  <a:ext uri="{0D108BD9-81ED-4DB2-BD59-A6C34878D82A}">
                    <a16:rowId xmlns:a16="http://schemas.microsoft.com/office/drawing/2014/main" val="670936254"/>
                  </a:ext>
                </a:extLst>
              </a:tr>
            </a:tbl>
          </a:graphicData>
        </a:graphic>
      </p:graphicFrame>
    </p:spTree>
    <p:extLst>
      <p:ext uri="{BB962C8B-B14F-4D97-AF65-F5344CB8AC3E}">
        <p14:creationId xmlns:p14="http://schemas.microsoft.com/office/powerpoint/2010/main" val="1329684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48327B-FE73-4903-BB74-0D496D7E570F}"/>
              </a:ext>
            </a:extLst>
          </p:cNvPr>
          <p:cNvSpPr>
            <a:spLocks noGrp="1"/>
          </p:cNvSpPr>
          <p:nvPr>
            <p:ph idx="1"/>
          </p:nvPr>
        </p:nvSpPr>
        <p:spPr>
          <a:xfrm>
            <a:off x="423214" y="1311007"/>
            <a:ext cx="8002329" cy="4733767"/>
          </a:xfrm>
        </p:spPr>
        <p:txBody>
          <a:bodyPr/>
          <a:lstStyle/>
          <a:p>
            <a:pPr marL="285750" indent="-285750">
              <a:lnSpc>
                <a:spcPct val="100000"/>
              </a:lnSpc>
              <a:buFont typeface="Arial" panose="020B0604020202020204" pitchFamily="34" charset="0"/>
              <a:buChar char="•"/>
            </a:pPr>
            <a:r>
              <a:rPr lang="en-US" sz="2000" dirty="0"/>
              <a:t>Performance </a:t>
            </a:r>
          </a:p>
          <a:p>
            <a:pPr marL="285750" indent="-285750">
              <a:lnSpc>
                <a:spcPct val="100000"/>
              </a:lnSpc>
              <a:buFont typeface="Arial" panose="020B0604020202020204" pitchFamily="34" charset="0"/>
              <a:buChar char="•"/>
            </a:pPr>
            <a:r>
              <a:rPr lang="en-US" sz="2000" dirty="0"/>
              <a:t>REST API</a:t>
            </a:r>
          </a:p>
          <a:p>
            <a:pPr marL="285750" indent="-285750">
              <a:lnSpc>
                <a:spcPct val="100000"/>
              </a:lnSpc>
              <a:buFont typeface="Arial" panose="020B0604020202020204" pitchFamily="34" charset="0"/>
              <a:buChar char="•"/>
            </a:pPr>
            <a:r>
              <a:rPr lang="en-US" sz="2000" dirty="0"/>
              <a:t>Authentication</a:t>
            </a:r>
          </a:p>
          <a:p>
            <a:pPr marL="285750" indent="-285750">
              <a:lnSpc>
                <a:spcPct val="100000"/>
              </a:lnSpc>
              <a:buFont typeface="Arial" panose="020B0604020202020204" pitchFamily="34" charset="0"/>
              <a:buChar char="•"/>
            </a:pPr>
            <a:r>
              <a:rPr lang="en-US" sz="2000" dirty="0"/>
              <a:t>Authorization  </a:t>
            </a:r>
          </a:p>
          <a:p>
            <a:pPr marL="285750" indent="-285750">
              <a:lnSpc>
                <a:spcPct val="100000"/>
              </a:lnSpc>
              <a:buFont typeface="Arial" panose="020B0604020202020204" pitchFamily="34" charset="0"/>
              <a:buChar char="•"/>
            </a:pPr>
            <a:r>
              <a:rPr lang="en-US" sz="2000" dirty="0"/>
              <a:t>Data model</a:t>
            </a:r>
          </a:p>
          <a:p>
            <a:pPr marL="285750" indent="-285750">
              <a:lnSpc>
                <a:spcPct val="100000"/>
              </a:lnSpc>
              <a:buFont typeface="Arial" panose="020B0604020202020204" pitchFamily="34" charset="0"/>
              <a:buChar char="•"/>
            </a:pPr>
            <a:r>
              <a:rPr lang="en-US" sz="2000" dirty="0"/>
              <a:t>Onboarding</a:t>
            </a:r>
          </a:p>
          <a:p>
            <a:pPr marL="285750" indent="-285750">
              <a:lnSpc>
                <a:spcPct val="100000"/>
              </a:lnSpc>
              <a:buFont typeface="Arial" panose="020B0604020202020204" pitchFamily="34" charset="0"/>
              <a:buChar char="•"/>
            </a:pPr>
            <a:r>
              <a:rPr lang="en-US" sz="2000" dirty="0"/>
              <a:t>Pub-sub</a:t>
            </a:r>
            <a:endParaRPr lang="en-US" sz="1800" dirty="0"/>
          </a:p>
          <a:p>
            <a:pPr marL="285750" indent="-285750">
              <a:lnSpc>
                <a:spcPct val="100000"/>
              </a:lnSpc>
              <a:buFont typeface="Arial" panose="020B0604020202020204" pitchFamily="34" charset="0"/>
              <a:buChar char="•"/>
            </a:pPr>
            <a:endParaRPr lang="en-US" sz="1800" dirty="0"/>
          </a:p>
        </p:txBody>
      </p:sp>
      <p:sp>
        <p:nvSpPr>
          <p:cNvPr id="3" name="Slide Number Placeholder 2">
            <a:extLst>
              <a:ext uri="{FF2B5EF4-FFF2-40B4-BE49-F238E27FC236}">
                <a16:creationId xmlns:a16="http://schemas.microsoft.com/office/drawing/2014/main" id="{84A3CD20-E68F-4DAF-B447-290BE3C7B109}"/>
              </a:ext>
            </a:extLst>
          </p:cNvPr>
          <p:cNvSpPr>
            <a:spLocks noGrp="1"/>
          </p:cNvSpPr>
          <p:nvPr>
            <p:ph type="sldNum" sz="quarter" idx="12"/>
          </p:nvPr>
        </p:nvSpPr>
        <p:spPr/>
        <p:txBody>
          <a:bodyPr/>
          <a:lstStyle/>
          <a:p>
            <a:fld id="{3A5D2E96-09D4-684C-BDED-6024B7F4284C}" type="slidenum">
              <a:rPr lang="en-US" smtClean="0"/>
              <a:pPr/>
              <a:t>5</a:t>
            </a:fld>
            <a:endParaRPr lang="en-US"/>
          </a:p>
        </p:txBody>
      </p:sp>
      <p:sp>
        <p:nvSpPr>
          <p:cNvPr id="4" name="Title 3">
            <a:extLst>
              <a:ext uri="{FF2B5EF4-FFF2-40B4-BE49-F238E27FC236}">
                <a16:creationId xmlns:a16="http://schemas.microsoft.com/office/drawing/2014/main" id="{B6F3D48E-E074-47EF-8AD7-9CBC58B994AD}"/>
              </a:ext>
            </a:extLst>
          </p:cNvPr>
          <p:cNvSpPr>
            <a:spLocks noGrp="1"/>
          </p:cNvSpPr>
          <p:nvPr>
            <p:ph type="title"/>
          </p:nvPr>
        </p:nvSpPr>
        <p:spPr>
          <a:xfrm>
            <a:off x="269158" y="204829"/>
            <a:ext cx="7905263" cy="449141"/>
          </a:xfrm>
        </p:spPr>
        <p:txBody>
          <a:bodyPr/>
          <a:lstStyle/>
          <a:p>
            <a:r>
              <a:rPr lang="en-US" sz="2400" dirty="0"/>
              <a:t>Making the GRID API a modern API</a:t>
            </a:r>
          </a:p>
        </p:txBody>
      </p:sp>
      <p:sp>
        <p:nvSpPr>
          <p:cNvPr id="5" name="Text Placeholder 4">
            <a:extLst>
              <a:ext uri="{FF2B5EF4-FFF2-40B4-BE49-F238E27FC236}">
                <a16:creationId xmlns:a16="http://schemas.microsoft.com/office/drawing/2014/main" id="{088AA32D-F556-44B4-972E-D5D4ECC995E8}"/>
              </a:ext>
            </a:extLst>
          </p:cNvPr>
          <p:cNvSpPr>
            <a:spLocks noGrp="1"/>
          </p:cNvSpPr>
          <p:nvPr>
            <p:ph type="body" sz="quarter" idx="13"/>
          </p:nvPr>
        </p:nvSpPr>
        <p:spPr>
          <a:xfrm>
            <a:off x="423214" y="672837"/>
            <a:ext cx="6948752" cy="311037"/>
          </a:xfrm>
        </p:spPr>
        <p:txBody>
          <a:bodyPr/>
          <a:lstStyle/>
          <a:p>
            <a:r>
              <a:rPr lang="en-US" sz="1600" dirty="0"/>
              <a:t> these are the areas to focus on</a:t>
            </a:r>
          </a:p>
        </p:txBody>
      </p:sp>
      <p:sp>
        <p:nvSpPr>
          <p:cNvPr id="6" name="Footer Placeholder 5">
            <a:extLst>
              <a:ext uri="{FF2B5EF4-FFF2-40B4-BE49-F238E27FC236}">
                <a16:creationId xmlns:a16="http://schemas.microsoft.com/office/drawing/2014/main" id="{02A0BDE5-14AF-4322-82B4-F2D01CDBF36C}"/>
              </a:ext>
            </a:extLst>
          </p:cNvPr>
          <p:cNvSpPr>
            <a:spLocks noGrp="1"/>
          </p:cNvSpPr>
          <p:nvPr>
            <p:ph type="ftr" sz="quarter" idx="3"/>
          </p:nvPr>
        </p:nvSpPr>
        <p:spPr/>
        <p:txBody>
          <a:bodyPr/>
          <a:lstStyle/>
          <a:p>
            <a:r>
              <a:rPr lang="en-US"/>
              <a:t>To edit go to: Insert &gt; Header and Footer</a:t>
            </a:r>
            <a:endParaRPr lang="en-US" dirty="0"/>
          </a:p>
        </p:txBody>
      </p:sp>
    </p:spTree>
    <p:extLst>
      <p:ext uri="{BB962C8B-B14F-4D97-AF65-F5344CB8AC3E}">
        <p14:creationId xmlns:p14="http://schemas.microsoft.com/office/powerpoint/2010/main" val="1786560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48327B-FE73-4903-BB74-0D496D7E570F}"/>
              </a:ext>
            </a:extLst>
          </p:cNvPr>
          <p:cNvSpPr>
            <a:spLocks noGrp="1"/>
          </p:cNvSpPr>
          <p:nvPr>
            <p:ph idx="1"/>
          </p:nvPr>
        </p:nvSpPr>
        <p:spPr>
          <a:xfrm>
            <a:off x="423214" y="858644"/>
            <a:ext cx="8564714" cy="2219093"/>
          </a:xfrm>
          <a:ln>
            <a:solidFill>
              <a:schemeClr val="tx1"/>
            </a:solidFill>
          </a:ln>
        </p:spPr>
        <p:txBody>
          <a:bodyPr/>
          <a:lstStyle/>
          <a:p>
            <a:pPr>
              <a:lnSpc>
                <a:spcPct val="100000"/>
              </a:lnSpc>
            </a:pPr>
            <a:r>
              <a:rPr lang="en-US" sz="2000" b="1" dirty="0"/>
              <a:t>Observations</a:t>
            </a:r>
          </a:p>
          <a:p>
            <a:pPr marL="171450" indent="-171450">
              <a:lnSpc>
                <a:spcPct val="100000"/>
              </a:lnSpc>
              <a:buFont typeface="Arial" panose="020B0604020202020204" pitchFamily="34" charset="0"/>
              <a:buChar char="•"/>
            </a:pPr>
            <a:r>
              <a:rPr lang="en-US" sz="1200" dirty="0"/>
              <a:t>current implementation reads full result from Databricks processing into memory as strings before returning to caller</a:t>
            </a:r>
          </a:p>
          <a:p>
            <a:pPr marL="171450" indent="-171450">
              <a:lnSpc>
                <a:spcPct val="100000"/>
              </a:lnSpc>
              <a:buFont typeface="Arial" panose="020B0604020202020204" pitchFamily="34" charset="0"/>
              <a:buChar char="•"/>
            </a:pPr>
            <a:r>
              <a:rPr lang="en-US" sz="1200" dirty="0"/>
              <a:t>under load, this API service runs out of memory</a:t>
            </a:r>
          </a:p>
          <a:p>
            <a:pPr>
              <a:lnSpc>
                <a:spcPct val="100000"/>
              </a:lnSpc>
            </a:pPr>
            <a:endParaRPr lang="en-US" sz="1200" dirty="0"/>
          </a:p>
          <a:p>
            <a:pPr marL="473869" lvl="2">
              <a:lnSpc>
                <a:spcPct val="100000"/>
              </a:lnSpc>
              <a:buFont typeface="Arial" panose="020B0604020202020204" pitchFamily="34" charset="0"/>
              <a:buChar char="•"/>
            </a:pPr>
            <a:r>
              <a:rPr lang="pt-BR" sz="1200" dirty="0">
                <a:hlinkClick r:id="rId2"/>
              </a:rPr>
              <a:t>DalfiApi.cs - Repos (azure.com)</a:t>
            </a:r>
            <a:endParaRPr lang="pt-BR" sz="1200" dirty="0"/>
          </a:p>
          <a:p>
            <a:pPr marL="473869" lvl="2">
              <a:lnSpc>
                <a:spcPct val="100000"/>
              </a:lnSpc>
              <a:buFont typeface="Arial" panose="020B0604020202020204" pitchFamily="34" charset="0"/>
              <a:buChar char="•"/>
            </a:pPr>
            <a:r>
              <a:rPr lang="en-US" sz="1200" dirty="0" err="1">
                <a:hlinkClick r:id="rId3"/>
              </a:rPr>
              <a:t>StreamService.cs</a:t>
            </a:r>
            <a:r>
              <a:rPr lang="en-US" sz="1200" dirty="0">
                <a:hlinkClick r:id="rId3"/>
              </a:rPr>
              <a:t> - Repos (azure.com)</a:t>
            </a:r>
            <a:endParaRPr lang="en-US" sz="1200" dirty="0"/>
          </a:p>
        </p:txBody>
      </p:sp>
      <p:sp>
        <p:nvSpPr>
          <p:cNvPr id="3" name="Slide Number Placeholder 2">
            <a:extLst>
              <a:ext uri="{FF2B5EF4-FFF2-40B4-BE49-F238E27FC236}">
                <a16:creationId xmlns:a16="http://schemas.microsoft.com/office/drawing/2014/main" id="{84A3CD20-E68F-4DAF-B447-290BE3C7B109}"/>
              </a:ext>
            </a:extLst>
          </p:cNvPr>
          <p:cNvSpPr>
            <a:spLocks noGrp="1"/>
          </p:cNvSpPr>
          <p:nvPr>
            <p:ph type="sldNum" sz="quarter" idx="12"/>
          </p:nvPr>
        </p:nvSpPr>
        <p:spPr/>
        <p:txBody>
          <a:bodyPr/>
          <a:lstStyle/>
          <a:p>
            <a:fld id="{3A5D2E96-09D4-684C-BDED-6024B7F4284C}" type="slidenum">
              <a:rPr lang="en-US" smtClean="0"/>
              <a:pPr/>
              <a:t>6</a:t>
            </a:fld>
            <a:endParaRPr lang="en-US"/>
          </a:p>
        </p:txBody>
      </p:sp>
      <p:sp>
        <p:nvSpPr>
          <p:cNvPr id="4" name="Title 3">
            <a:extLst>
              <a:ext uri="{FF2B5EF4-FFF2-40B4-BE49-F238E27FC236}">
                <a16:creationId xmlns:a16="http://schemas.microsoft.com/office/drawing/2014/main" id="{B6F3D48E-E074-47EF-8AD7-9CBC58B994AD}"/>
              </a:ext>
            </a:extLst>
          </p:cNvPr>
          <p:cNvSpPr>
            <a:spLocks noGrp="1"/>
          </p:cNvSpPr>
          <p:nvPr>
            <p:ph type="title"/>
          </p:nvPr>
        </p:nvSpPr>
        <p:spPr>
          <a:xfrm>
            <a:off x="269158" y="204829"/>
            <a:ext cx="7905263" cy="449141"/>
          </a:xfrm>
        </p:spPr>
        <p:txBody>
          <a:bodyPr/>
          <a:lstStyle/>
          <a:p>
            <a:r>
              <a:rPr lang="en-US" sz="2400" dirty="0"/>
              <a:t>Performance</a:t>
            </a:r>
          </a:p>
        </p:txBody>
      </p:sp>
      <p:sp>
        <p:nvSpPr>
          <p:cNvPr id="5" name="Text Placeholder 4">
            <a:extLst>
              <a:ext uri="{FF2B5EF4-FFF2-40B4-BE49-F238E27FC236}">
                <a16:creationId xmlns:a16="http://schemas.microsoft.com/office/drawing/2014/main" id="{088AA32D-F556-44B4-972E-D5D4ECC995E8}"/>
              </a:ext>
            </a:extLst>
          </p:cNvPr>
          <p:cNvSpPr>
            <a:spLocks noGrp="1"/>
          </p:cNvSpPr>
          <p:nvPr>
            <p:ph type="body" sz="quarter" idx="13"/>
          </p:nvPr>
        </p:nvSpPr>
        <p:spPr>
          <a:xfrm>
            <a:off x="423214" y="651598"/>
            <a:ext cx="6948752" cy="311037"/>
          </a:xfrm>
        </p:spPr>
        <p:txBody>
          <a:bodyPr/>
          <a:lstStyle/>
          <a:p>
            <a:r>
              <a:rPr lang="en-US" sz="1600" dirty="0"/>
              <a:t> </a:t>
            </a:r>
          </a:p>
        </p:txBody>
      </p:sp>
      <p:sp>
        <p:nvSpPr>
          <p:cNvPr id="6" name="Footer Placeholder 5">
            <a:extLst>
              <a:ext uri="{FF2B5EF4-FFF2-40B4-BE49-F238E27FC236}">
                <a16:creationId xmlns:a16="http://schemas.microsoft.com/office/drawing/2014/main" id="{02A0BDE5-14AF-4322-82B4-F2D01CDBF36C}"/>
              </a:ext>
            </a:extLst>
          </p:cNvPr>
          <p:cNvSpPr>
            <a:spLocks noGrp="1"/>
          </p:cNvSpPr>
          <p:nvPr>
            <p:ph type="ftr" sz="quarter" idx="3"/>
          </p:nvPr>
        </p:nvSpPr>
        <p:spPr/>
        <p:txBody>
          <a:bodyPr/>
          <a:lstStyle/>
          <a:p>
            <a:r>
              <a:rPr lang="en-US"/>
              <a:t>To edit go to: Insert &gt; Header and Footer</a:t>
            </a:r>
            <a:endParaRPr lang="en-US" dirty="0"/>
          </a:p>
        </p:txBody>
      </p:sp>
      <p:sp>
        <p:nvSpPr>
          <p:cNvPr id="7" name="Content Placeholder 1">
            <a:extLst>
              <a:ext uri="{FF2B5EF4-FFF2-40B4-BE49-F238E27FC236}">
                <a16:creationId xmlns:a16="http://schemas.microsoft.com/office/drawing/2014/main" id="{75A6F2C2-128C-4CBE-8D00-DF4E4D9E6F5B}"/>
              </a:ext>
            </a:extLst>
          </p:cNvPr>
          <p:cNvSpPr txBox="1">
            <a:spLocks/>
          </p:cNvSpPr>
          <p:nvPr/>
        </p:nvSpPr>
        <p:spPr>
          <a:xfrm>
            <a:off x="423214" y="3166946"/>
            <a:ext cx="8564714" cy="2728420"/>
          </a:xfrm>
          <a:prstGeom prst="rect">
            <a:avLst/>
          </a:prstGeom>
          <a:ln>
            <a:solidFill>
              <a:schemeClr val="tx1"/>
            </a:solidFill>
          </a:ln>
        </p:spPr>
        <p:txBody>
          <a:bodyPr vert="horz" lIns="68580" tIns="34290" rIns="68580" bIns="34290" rtlCol="0">
            <a:noAutofit/>
          </a:bodyPr>
          <a:lstStyle>
            <a:lvl1pPr marL="0" indent="0" algn="l" defTabSz="685800" rtl="0" eaLnBrk="1" latinLnBrk="0" hangingPunct="1">
              <a:lnSpc>
                <a:spcPct val="140000"/>
              </a:lnSpc>
              <a:spcBef>
                <a:spcPts val="750"/>
              </a:spcBef>
              <a:buFont typeface="Arial"/>
              <a:buNone/>
              <a:defRPr sz="2200" kern="1200">
                <a:solidFill>
                  <a:schemeClr val="tx1"/>
                </a:solidFill>
                <a:latin typeface="+mn-lt"/>
                <a:ea typeface="+mn-ea"/>
                <a:cs typeface="+mn-cs"/>
              </a:defRPr>
            </a:lvl1pPr>
            <a:lvl2pPr marL="130969" indent="-126206" algn="l" defTabSz="685800" rtl="0" eaLnBrk="1" latinLnBrk="0" hangingPunct="1">
              <a:lnSpc>
                <a:spcPct val="140000"/>
              </a:lnSpc>
              <a:spcBef>
                <a:spcPts val="375"/>
              </a:spcBef>
              <a:buFont typeface="Arial"/>
              <a:buChar char="•"/>
              <a:tabLst/>
              <a:defRPr sz="2200" kern="1200">
                <a:solidFill>
                  <a:schemeClr val="tx1"/>
                </a:solidFill>
                <a:latin typeface="+mn-lt"/>
                <a:ea typeface="+mn-ea"/>
                <a:cs typeface="+mn-cs"/>
              </a:defRPr>
            </a:lvl2pPr>
            <a:lvl3pPr marL="302419" indent="-171450" algn="l" defTabSz="685800" rtl="0" eaLnBrk="1" latinLnBrk="0" hangingPunct="1">
              <a:lnSpc>
                <a:spcPct val="140000"/>
              </a:lnSpc>
              <a:spcBef>
                <a:spcPts val="375"/>
              </a:spcBef>
              <a:buFont typeface=".AppleSystemUIFont" charset="-120"/>
              <a:buChar char="−"/>
              <a:tabLst/>
              <a:defRPr sz="2200" kern="1200">
                <a:solidFill>
                  <a:schemeClr val="tx1"/>
                </a:solidFill>
                <a:latin typeface="+mn-lt"/>
                <a:ea typeface="+mn-ea"/>
                <a:cs typeface="+mn-cs"/>
              </a:defRPr>
            </a:lvl3pPr>
            <a:lvl4pPr marL="428625" indent="-132160" algn="l" defTabSz="685800" rtl="0" eaLnBrk="1" latinLnBrk="0" hangingPunct="1">
              <a:lnSpc>
                <a:spcPct val="140000"/>
              </a:lnSpc>
              <a:spcBef>
                <a:spcPts val="375"/>
              </a:spcBef>
              <a:buFont typeface="Arial"/>
              <a:buChar char="•"/>
              <a:tabLst/>
              <a:defRPr sz="2200" kern="1200">
                <a:solidFill>
                  <a:schemeClr val="tx1"/>
                </a:solidFill>
                <a:latin typeface="+mn-lt"/>
                <a:ea typeface="+mn-ea"/>
                <a:cs typeface="+mn-cs"/>
              </a:defRPr>
            </a:lvl4pPr>
            <a:lvl5pPr marL="560785" indent="-170260" algn="l" defTabSz="685800" rtl="0" eaLnBrk="1" latinLnBrk="0" hangingPunct="1">
              <a:lnSpc>
                <a:spcPct val="140000"/>
              </a:lnSpc>
              <a:spcBef>
                <a:spcPts val="375"/>
              </a:spcBef>
              <a:buFont typeface=".AppleSystemUIFont" charset="-120"/>
              <a:buChar char="−"/>
              <a:tabLst/>
              <a:defRPr sz="2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a:lnSpc>
                <a:spcPct val="100000"/>
              </a:lnSpc>
            </a:pPr>
            <a:r>
              <a:rPr lang="en-US" sz="2000" b="1" dirty="0"/>
              <a:t>Recommendations</a:t>
            </a:r>
          </a:p>
          <a:p>
            <a:pPr marL="171450" lvl="0" indent="-171450">
              <a:lnSpc>
                <a:spcPct val="100000"/>
              </a:lnSpc>
              <a:buFont typeface="Arial" panose="020B0604020202020204" pitchFamily="34" charset="0"/>
              <a:buChar char="•"/>
            </a:pPr>
            <a:r>
              <a:rPr lang="en-US" sz="1200" dirty="0">
                <a:solidFill>
                  <a:srgbClr val="000000"/>
                </a:solidFill>
              </a:rPr>
              <a:t>service should stream results back via a file handle, and avoid reading the contents of the file into memory</a:t>
            </a:r>
          </a:p>
          <a:p>
            <a:pPr marL="473869" lvl="2">
              <a:lnSpc>
                <a:spcPct val="100000"/>
              </a:lnSpc>
              <a:buFont typeface="Arial" panose="020B0604020202020204" pitchFamily="34" charset="0"/>
              <a:buChar char="•"/>
            </a:pPr>
            <a:r>
              <a:rPr lang="en-US" sz="1200" dirty="0" err="1">
                <a:hlinkClick r:id="rId4"/>
              </a:rPr>
              <a:t>ControllerBase.File</a:t>
            </a:r>
            <a:r>
              <a:rPr lang="en-US" sz="1200" dirty="0">
                <a:hlinkClick r:id="rId4"/>
              </a:rPr>
              <a:t> Method (</a:t>
            </a:r>
            <a:r>
              <a:rPr lang="en-US" sz="1200" dirty="0" err="1">
                <a:hlinkClick r:id="rId4"/>
              </a:rPr>
              <a:t>Microsoft.AspNetCore.Mvc</a:t>
            </a:r>
            <a:r>
              <a:rPr lang="en-US" sz="1200" dirty="0">
                <a:hlinkClick r:id="rId4"/>
              </a:rPr>
              <a:t>) | Microsoft Docs</a:t>
            </a:r>
            <a:endParaRPr lang="en-US" sz="1200" dirty="0">
              <a:solidFill>
                <a:srgbClr val="000000"/>
              </a:solidFill>
            </a:endParaRPr>
          </a:p>
          <a:p>
            <a:pPr marL="473869" lvl="2">
              <a:lnSpc>
                <a:spcPct val="100000"/>
              </a:lnSpc>
              <a:buFont typeface="Arial" panose="020B0604020202020204" pitchFamily="34" charset="0"/>
              <a:buChar char="•"/>
            </a:pPr>
            <a:r>
              <a:rPr lang="en-US" sz="1200" dirty="0" err="1">
                <a:hlinkClick r:id="rId5"/>
              </a:rPr>
              <a:t>c#</a:t>
            </a:r>
            <a:r>
              <a:rPr lang="en-US" sz="1200" dirty="0">
                <a:hlinkClick r:id="rId5"/>
              </a:rPr>
              <a:t> - Return file in </a:t>
            </a:r>
            <a:r>
              <a:rPr lang="en-US" sz="1200" dirty="0" err="1">
                <a:hlinkClick r:id="rId5"/>
              </a:rPr>
              <a:t>ASP.Net</a:t>
            </a:r>
            <a:r>
              <a:rPr lang="en-US" sz="1200" dirty="0">
                <a:hlinkClick r:id="rId5"/>
              </a:rPr>
              <a:t> Core Web API - Stack Overflow </a:t>
            </a:r>
            <a:endParaRPr lang="en-US" sz="1200" dirty="0"/>
          </a:p>
          <a:p>
            <a:pPr marL="171450" lvl="0" indent="-171450">
              <a:lnSpc>
                <a:spcPct val="100000"/>
              </a:lnSpc>
              <a:buFont typeface="Arial" panose="020B0604020202020204" pitchFamily="34" charset="0"/>
              <a:buChar char="•"/>
            </a:pPr>
            <a:endParaRPr lang="en-US" sz="1200" dirty="0">
              <a:solidFill>
                <a:srgbClr val="000000"/>
              </a:solidFill>
            </a:endParaRPr>
          </a:p>
          <a:p>
            <a:pPr marL="171450" lvl="0" indent="-171450">
              <a:lnSpc>
                <a:spcPct val="100000"/>
              </a:lnSpc>
              <a:buFont typeface="Arial" panose="020B0604020202020204" pitchFamily="34" charset="0"/>
              <a:buChar char="•"/>
            </a:pPr>
            <a:r>
              <a:rPr lang="en-US" sz="1200" dirty="0">
                <a:solidFill>
                  <a:srgbClr val="000000"/>
                </a:solidFill>
              </a:rPr>
              <a:t>continue caching strategy, but should include timestamp in cached result (borrowing pattern used for IDZ in GDF)</a:t>
            </a:r>
          </a:p>
          <a:p>
            <a:pPr marL="171450" lvl="0" indent="-171450">
              <a:lnSpc>
                <a:spcPct val="100000"/>
              </a:lnSpc>
              <a:buFont typeface="Arial" panose="020B0604020202020204" pitchFamily="34" charset="0"/>
              <a:buChar char="•"/>
            </a:pPr>
            <a:r>
              <a:rPr lang="en-US" sz="1200" dirty="0">
                <a:solidFill>
                  <a:srgbClr val="000000"/>
                </a:solidFill>
              </a:rPr>
              <a:t>look to optimize the processing of queries in Databricks</a:t>
            </a:r>
          </a:p>
          <a:p>
            <a:pPr marL="171450" lvl="0" indent="-171450">
              <a:lnSpc>
                <a:spcPct val="100000"/>
              </a:lnSpc>
              <a:buFont typeface="Arial" panose="020B0604020202020204" pitchFamily="34" charset="0"/>
              <a:buChar char="•"/>
            </a:pPr>
            <a:r>
              <a:rPr lang="en-US" sz="1200" b="1" dirty="0">
                <a:solidFill>
                  <a:srgbClr val="000000"/>
                </a:solidFill>
              </a:rPr>
              <a:t>advanced feature</a:t>
            </a:r>
            <a:r>
              <a:rPr lang="en-US" sz="1200" dirty="0">
                <a:solidFill>
                  <a:srgbClr val="000000"/>
                </a:solidFill>
              </a:rPr>
              <a:t>:  enable proactive caching of requests based on learned behavior from prior requests</a:t>
            </a:r>
          </a:p>
        </p:txBody>
      </p:sp>
    </p:spTree>
    <p:extLst>
      <p:ext uri="{BB962C8B-B14F-4D97-AF65-F5344CB8AC3E}">
        <p14:creationId xmlns:p14="http://schemas.microsoft.com/office/powerpoint/2010/main" val="770860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A3CD20-E68F-4DAF-B447-290BE3C7B109}"/>
              </a:ext>
            </a:extLst>
          </p:cNvPr>
          <p:cNvSpPr>
            <a:spLocks noGrp="1"/>
          </p:cNvSpPr>
          <p:nvPr>
            <p:ph type="sldNum" sz="quarter" idx="12"/>
          </p:nvPr>
        </p:nvSpPr>
        <p:spPr/>
        <p:txBody>
          <a:bodyPr/>
          <a:lstStyle/>
          <a:p>
            <a:fld id="{3A5D2E96-09D4-684C-BDED-6024B7F4284C}" type="slidenum">
              <a:rPr lang="en-US" smtClean="0"/>
              <a:pPr/>
              <a:t>7</a:t>
            </a:fld>
            <a:endParaRPr lang="en-US"/>
          </a:p>
        </p:txBody>
      </p:sp>
      <p:sp>
        <p:nvSpPr>
          <p:cNvPr id="4" name="Title 3">
            <a:extLst>
              <a:ext uri="{FF2B5EF4-FFF2-40B4-BE49-F238E27FC236}">
                <a16:creationId xmlns:a16="http://schemas.microsoft.com/office/drawing/2014/main" id="{B6F3D48E-E074-47EF-8AD7-9CBC58B994AD}"/>
              </a:ext>
            </a:extLst>
          </p:cNvPr>
          <p:cNvSpPr>
            <a:spLocks noGrp="1"/>
          </p:cNvSpPr>
          <p:nvPr>
            <p:ph type="title"/>
          </p:nvPr>
        </p:nvSpPr>
        <p:spPr>
          <a:xfrm>
            <a:off x="269158" y="204829"/>
            <a:ext cx="7905263" cy="449141"/>
          </a:xfrm>
        </p:spPr>
        <p:txBody>
          <a:bodyPr/>
          <a:lstStyle/>
          <a:p>
            <a:r>
              <a:rPr lang="en-US" sz="2400" dirty="0"/>
              <a:t>REST API</a:t>
            </a:r>
          </a:p>
        </p:txBody>
      </p:sp>
      <p:sp>
        <p:nvSpPr>
          <p:cNvPr id="5" name="Text Placeholder 4">
            <a:extLst>
              <a:ext uri="{FF2B5EF4-FFF2-40B4-BE49-F238E27FC236}">
                <a16:creationId xmlns:a16="http://schemas.microsoft.com/office/drawing/2014/main" id="{088AA32D-F556-44B4-972E-D5D4ECC995E8}"/>
              </a:ext>
            </a:extLst>
          </p:cNvPr>
          <p:cNvSpPr>
            <a:spLocks noGrp="1"/>
          </p:cNvSpPr>
          <p:nvPr>
            <p:ph type="body" sz="quarter" idx="13"/>
          </p:nvPr>
        </p:nvSpPr>
        <p:spPr>
          <a:xfrm>
            <a:off x="423214" y="651598"/>
            <a:ext cx="6948752" cy="311037"/>
          </a:xfrm>
        </p:spPr>
        <p:txBody>
          <a:bodyPr/>
          <a:lstStyle/>
          <a:p>
            <a:r>
              <a:rPr lang="en-US" sz="1600" dirty="0"/>
              <a:t> </a:t>
            </a:r>
          </a:p>
        </p:txBody>
      </p:sp>
      <p:sp>
        <p:nvSpPr>
          <p:cNvPr id="6" name="Footer Placeholder 5">
            <a:extLst>
              <a:ext uri="{FF2B5EF4-FFF2-40B4-BE49-F238E27FC236}">
                <a16:creationId xmlns:a16="http://schemas.microsoft.com/office/drawing/2014/main" id="{02A0BDE5-14AF-4322-82B4-F2D01CDBF36C}"/>
              </a:ext>
            </a:extLst>
          </p:cNvPr>
          <p:cNvSpPr>
            <a:spLocks noGrp="1"/>
          </p:cNvSpPr>
          <p:nvPr>
            <p:ph type="ftr" sz="quarter" idx="3"/>
          </p:nvPr>
        </p:nvSpPr>
        <p:spPr/>
        <p:txBody>
          <a:bodyPr/>
          <a:lstStyle/>
          <a:p>
            <a:r>
              <a:rPr lang="en-US"/>
              <a:t>To edit go to: Insert &gt; Header and Footer</a:t>
            </a:r>
            <a:endParaRPr lang="en-US" dirty="0"/>
          </a:p>
        </p:txBody>
      </p:sp>
      <p:sp>
        <p:nvSpPr>
          <p:cNvPr id="9" name="Content Placeholder 1">
            <a:extLst>
              <a:ext uri="{FF2B5EF4-FFF2-40B4-BE49-F238E27FC236}">
                <a16:creationId xmlns:a16="http://schemas.microsoft.com/office/drawing/2014/main" id="{74E7CA84-79D3-414E-86A2-F468790A80BA}"/>
              </a:ext>
            </a:extLst>
          </p:cNvPr>
          <p:cNvSpPr>
            <a:spLocks noGrp="1"/>
          </p:cNvSpPr>
          <p:nvPr>
            <p:ph idx="1"/>
          </p:nvPr>
        </p:nvSpPr>
        <p:spPr>
          <a:xfrm>
            <a:off x="423214" y="858645"/>
            <a:ext cx="8564714" cy="1274956"/>
          </a:xfrm>
          <a:ln>
            <a:solidFill>
              <a:schemeClr val="tx1"/>
            </a:solidFill>
          </a:ln>
        </p:spPr>
        <p:txBody>
          <a:bodyPr/>
          <a:lstStyle/>
          <a:p>
            <a:pPr>
              <a:lnSpc>
                <a:spcPct val="100000"/>
              </a:lnSpc>
            </a:pPr>
            <a:r>
              <a:rPr lang="en-US" sz="2000" b="1" dirty="0"/>
              <a:t>Observations</a:t>
            </a:r>
          </a:p>
          <a:p>
            <a:pPr marL="171450" indent="-171450">
              <a:lnSpc>
                <a:spcPct val="100000"/>
              </a:lnSpc>
              <a:buFont typeface="Arial" panose="020B0604020202020204" pitchFamily="34" charset="0"/>
              <a:buChar char="•"/>
            </a:pPr>
            <a:r>
              <a:rPr lang="en-US" sz="1200" dirty="0"/>
              <a:t>API currently has only two, non-resource-based API endpoints:</a:t>
            </a:r>
          </a:p>
          <a:p>
            <a:pPr marL="467915" lvl="3" indent="0">
              <a:lnSpc>
                <a:spcPct val="100000"/>
              </a:lnSpc>
              <a:buNone/>
            </a:pPr>
            <a:r>
              <a:rPr lang="en-US" sz="1200" b="1" dirty="0"/>
              <a:t>/v1/</a:t>
            </a:r>
            <a:r>
              <a:rPr lang="en-US" sz="1200" b="1" dirty="0" err="1"/>
              <a:t>Dalfi</a:t>
            </a:r>
            <a:r>
              <a:rPr lang="en-US" sz="1200" b="1" dirty="0"/>
              <a:t>/</a:t>
            </a:r>
            <a:r>
              <a:rPr lang="en-US" sz="1200" b="1" dirty="0" err="1"/>
              <a:t>ExportGridData</a:t>
            </a:r>
            <a:endParaRPr lang="en-US" sz="1200" b="1" dirty="0"/>
          </a:p>
          <a:p>
            <a:pPr marL="467915" lvl="3" indent="0">
              <a:lnSpc>
                <a:spcPct val="100000"/>
              </a:lnSpc>
              <a:buNone/>
            </a:pPr>
            <a:r>
              <a:rPr lang="en-US" sz="1200" b="1" dirty="0"/>
              <a:t>/v1/</a:t>
            </a:r>
            <a:r>
              <a:rPr lang="en-US" sz="1200" b="1" dirty="0" err="1"/>
              <a:t>Dalfi</a:t>
            </a:r>
            <a:r>
              <a:rPr lang="en-US" sz="1200" b="1" dirty="0"/>
              <a:t>/</a:t>
            </a:r>
            <a:r>
              <a:rPr lang="en-US" sz="1200" b="1" dirty="0" err="1"/>
              <a:t>InsertQueryReadinessData</a:t>
            </a:r>
            <a:r>
              <a:rPr lang="en-US" sz="1200" b="1" dirty="0"/>
              <a:t> </a:t>
            </a:r>
          </a:p>
        </p:txBody>
      </p:sp>
      <p:sp>
        <p:nvSpPr>
          <p:cNvPr id="10" name="Content Placeholder 1">
            <a:extLst>
              <a:ext uri="{FF2B5EF4-FFF2-40B4-BE49-F238E27FC236}">
                <a16:creationId xmlns:a16="http://schemas.microsoft.com/office/drawing/2014/main" id="{0C085579-83F2-4075-AA32-D1E761E300B7}"/>
              </a:ext>
            </a:extLst>
          </p:cNvPr>
          <p:cNvSpPr txBox="1">
            <a:spLocks/>
          </p:cNvSpPr>
          <p:nvPr/>
        </p:nvSpPr>
        <p:spPr>
          <a:xfrm>
            <a:off x="423214" y="2213429"/>
            <a:ext cx="8564714" cy="3681937"/>
          </a:xfrm>
          <a:prstGeom prst="rect">
            <a:avLst/>
          </a:prstGeom>
          <a:ln>
            <a:solidFill>
              <a:schemeClr val="tx1"/>
            </a:solidFill>
          </a:ln>
        </p:spPr>
        <p:txBody>
          <a:bodyPr vert="horz" lIns="68580" tIns="34290" rIns="68580" bIns="34290" rtlCol="0">
            <a:noAutofit/>
          </a:bodyPr>
          <a:lstStyle>
            <a:lvl1pPr marL="0" indent="0" algn="l" defTabSz="685800" rtl="0" eaLnBrk="1" latinLnBrk="0" hangingPunct="1">
              <a:lnSpc>
                <a:spcPct val="140000"/>
              </a:lnSpc>
              <a:spcBef>
                <a:spcPts val="750"/>
              </a:spcBef>
              <a:buFont typeface="Arial"/>
              <a:buNone/>
              <a:defRPr sz="2200" kern="1200">
                <a:solidFill>
                  <a:schemeClr val="tx1"/>
                </a:solidFill>
                <a:latin typeface="+mn-lt"/>
                <a:ea typeface="+mn-ea"/>
                <a:cs typeface="+mn-cs"/>
              </a:defRPr>
            </a:lvl1pPr>
            <a:lvl2pPr marL="130969" indent="-126206" algn="l" defTabSz="685800" rtl="0" eaLnBrk="1" latinLnBrk="0" hangingPunct="1">
              <a:lnSpc>
                <a:spcPct val="140000"/>
              </a:lnSpc>
              <a:spcBef>
                <a:spcPts val="375"/>
              </a:spcBef>
              <a:buFont typeface="Arial"/>
              <a:buChar char="•"/>
              <a:tabLst/>
              <a:defRPr sz="2200" kern="1200">
                <a:solidFill>
                  <a:schemeClr val="tx1"/>
                </a:solidFill>
                <a:latin typeface="+mn-lt"/>
                <a:ea typeface="+mn-ea"/>
                <a:cs typeface="+mn-cs"/>
              </a:defRPr>
            </a:lvl2pPr>
            <a:lvl3pPr marL="302419" indent="-171450" algn="l" defTabSz="685800" rtl="0" eaLnBrk="1" latinLnBrk="0" hangingPunct="1">
              <a:lnSpc>
                <a:spcPct val="140000"/>
              </a:lnSpc>
              <a:spcBef>
                <a:spcPts val="375"/>
              </a:spcBef>
              <a:buFont typeface=".AppleSystemUIFont" charset="-120"/>
              <a:buChar char="−"/>
              <a:tabLst/>
              <a:defRPr sz="2200" kern="1200">
                <a:solidFill>
                  <a:schemeClr val="tx1"/>
                </a:solidFill>
                <a:latin typeface="+mn-lt"/>
                <a:ea typeface="+mn-ea"/>
                <a:cs typeface="+mn-cs"/>
              </a:defRPr>
            </a:lvl3pPr>
            <a:lvl4pPr marL="428625" indent="-132160" algn="l" defTabSz="685800" rtl="0" eaLnBrk="1" latinLnBrk="0" hangingPunct="1">
              <a:lnSpc>
                <a:spcPct val="140000"/>
              </a:lnSpc>
              <a:spcBef>
                <a:spcPts val="375"/>
              </a:spcBef>
              <a:buFont typeface="Arial"/>
              <a:buChar char="•"/>
              <a:tabLst/>
              <a:defRPr sz="2200" kern="1200">
                <a:solidFill>
                  <a:schemeClr val="tx1"/>
                </a:solidFill>
                <a:latin typeface="+mn-lt"/>
                <a:ea typeface="+mn-ea"/>
                <a:cs typeface="+mn-cs"/>
              </a:defRPr>
            </a:lvl4pPr>
            <a:lvl5pPr marL="560785" indent="-170260" algn="l" defTabSz="685800" rtl="0" eaLnBrk="1" latinLnBrk="0" hangingPunct="1">
              <a:lnSpc>
                <a:spcPct val="140000"/>
              </a:lnSpc>
              <a:spcBef>
                <a:spcPts val="375"/>
              </a:spcBef>
              <a:buFont typeface=".AppleSystemUIFont" charset="-120"/>
              <a:buChar char="−"/>
              <a:tabLst/>
              <a:defRPr sz="2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a:lnSpc>
                <a:spcPct val="100000"/>
              </a:lnSpc>
            </a:pPr>
            <a:r>
              <a:rPr lang="en-US" sz="2000" b="1" dirty="0"/>
              <a:t>Recommendations</a:t>
            </a:r>
          </a:p>
          <a:p>
            <a:pPr marL="171450" lvl="0" indent="-171450">
              <a:lnSpc>
                <a:spcPct val="100000"/>
              </a:lnSpc>
              <a:buFont typeface="Arial" panose="020B0604020202020204" pitchFamily="34" charset="0"/>
              <a:buChar char="•"/>
            </a:pPr>
            <a:r>
              <a:rPr lang="en-US" sz="1200" dirty="0">
                <a:solidFill>
                  <a:srgbClr val="000000"/>
                </a:solidFill>
              </a:rPr>
              <a:t>provide a new version of the API with useful resource-based endpoints</a:t>
            </a:r>
          </a:p>
          <a:p>
            <a:pPr marL="171450" lvl="0" indent="-171450">
              <a:lnSpc>
                <a:spcPct val="100000"/>
              </a:lnSpc>
              <a:buFont typeface="Arial" panose="020B0604020202020204" pitchFamily="34" charset="0"/>
              <a:buChar char="•"/>
            </a:pPr>
            <a:r>
              <a:rPr lang="en-US" sz="1200" dirty="0">
                <a:solidFill>
                  <a:srgbClr val="000000"/>
                </a:solidFill>
              </a:rPr>
              <a:t>here are proposed GRID resources:</a:t>
            </a:r>
          </a:p>
          <a:p>
            <a:pPr>
              <a:lnSpc>
                <a:spcPct val="100000"/>
              </a:lnSpc>
            </a:pPr>
            <a:endParaRPr lang="en-US" sz="2000" b="1" dirty="0"/>
          </a:p>
        </p:txBody>
      </p:sp>
      <p:graphicFrame>
        <p:nvGraphicFramePr>
          <p:cNvPr id="8" name="Table 7">
            <a:extLst>
              <a:ext uri="{FF2B5EF4-FFF2-40B4-BE49-F238E27FC236}">
                <a16:creationId xmlns:a16="http://schemas.microsoft.com/office/drawing/2014/main" id="{1AEC4C07-18D3-411F-B5B7-15EDC27FB9BE}"/>
              </a:ext>
            </a:extLst>
          </p:cNvPr>
          <p:cNvGraphicFramePr>
            <a:graphicFrameLocks noGrp="1"/>
          </p:cNvGraphicFramePr>
          <p:nvPr>
            <p:extLst>
              <p:ext uri="{D42A27DB-BD31-4B8C-83A1-F6EECF244321}">
                <p14:modId xmlns:p14="http://schemas.microsoft.com/office/powerpoint/2010/main" val="1517222379"/>
              </p:ext>
            </p:extLst>
          </p:nvPr>
        </p:nvGraphicFramePr>
        <p:xfrm>
          <a:off x="959217" y="3292558"/>
          <a:ext cx="7225565" cy="2227985"/>
        </p:xfrm>
        <a:graphic>
          <a:graphicData uri="http://schemas.openxmlformats.org/drawingml/2006/table">
            <a:tbl>
              <a:tblPr firstRow="1" bandRow="1">
                <a:tableStyleId>{5C22544A-7EE6-4342-B048-85BDC9FD1C3A}</a:tableStyleId>
              </a:tblPr>
              <a:tblGrid>
                <a:gridCol w="1268725">
                  <a:extLst>
                    <a:ext uri="{9D8B030D-6E8A-4147-A177-3AD203B41FA5}">
                      <a16:colId xmlns:a16="http://schemas.microsoft.com/office/drawing/2014/main" val="385019480"/>
                    </a:ext>
                  </a:extLst>
                </a:gridCol>
                <a:gridCol w="5956840">
                  <a:extLst>
                    <a:ext uri="{9D8B030D-6E8A-4147-A177-3AD203B41FA5}">
                      <a16:colId xmlns:a16="http://schemas.microsoft.com/office/drawing/2014/main" val="375725438"/>
                    </a:ext>
                  </a:extLst>
                </a:gridCol>
              </a:tblGrid>
              <a:tr h="342275">
                <a:tc>
                  <a:txBody>
                    <a:bodyPr/>
                    <a:lstStyle/>
                    <a:p>
                      <a:r>
                        <a:rPr lang="en-US" sz="1400" dirty="0"/>
                        <a:t>Resource</a:t>
                      </a:r>
                    </a:p>
                  </a:txBody>
                  <a:tcPr/>
                </a:tc>
                <a:tc>
                  <a:txBody>
                    <a:bodyPr/>
                    <a:lstStyle/>
                    <a:p>
                      <a:r>
                        <a:rPr lang="en-US" sz="1400" dirty="0"/>
                        <a:t>Description of resource</a:t>
                      </a:r>
                    </a:p>
                  </a:txBody>
                  <a:tcPr/>
                </a:tc>
                <a:extLst>
                  <a:ext uri="{0D108BD9-81ED-4DB2-BD59-A6C34878D82A}">
                    <a16:rowId xmlns:a16="http://schemas.microsoft.com/office/drawing/2014/main" val="2822741571"/>
                  </a:ext>
                </a:extLst>
              </a:tr>
              <a:tr h="342275">
                <a:tc>
                  <a:txBody>
                    <a:bodyPr/>
                    <a:lstStyle/>
                    <a:p>
                      <a:r>
                        <a:rPr lang="en-US" sz="1400" dirty="0">
                          <a:latin typeface="Consolas" panose="020B0609020204030204" pitchFamily="49" charset="0"/>
                        </a:rPr>
                        <a:t>/queries</a:t>
                      </a:r>
                    </a:p>
                  </a:txBody>
                  <a:tcPr anchor="ctr"/>
                </a:tc>
                <a:tc>
                  <a:txBody>
                    <a:bodyPr/>
                    <a:lstStyle/>
                    <a:p>
                      <a:r>
                        <a:rPr lang="en-US" sz="1400" dirty="0"/>
                        <a:t>Represents the collection of queries defined in the GRID API</a:t>
                      </a:r>
                    </a:p>
                  </a:txBody>
                  <a:tcPr anchor="ctr"/>
                </a:tc>
                <a:extLst>
                  <a:ext uri="{0D108BD9-81ED-4DB2-BD59-A6C34878D82A}">
                    <a16:rowId xmlns:a16="http://schemas.microsoft.com/office/drawing/2014/main" val="2052872830"/>
                  </a:ext>
                </a:extLst>
              </a:tr>
              <a:tr h="342275">
                <a:tc>
                  <a:txBody>
                    <a:bodyPr/>
                    <a:lstStyle/>
                    <a:p>
                      <a:r>
                        <a:rPr lang="en-US" sz="1400" dirty="0">
                          <a:latin typeface="Consolas" panose="020B0609020204030204" pitchFamily="49" charset="0"/>
                        </a:rPr>
                        <a:t>/requests</a:t>
                      </a:r>
                    </a:p>
                  </a:txBody>
                  <a:tcPr anchor="ctr"/>
                </a:tc>
                <a:tc>
                  <a:txBody>
                    <a:bodyPr/>
                    <a:lstStyle/>
                    <a:p>
                      <a:r>
                        <a:rPr lang="en-US" sz="1400" dirty="0"/>
                        <a:t>Represents the collection of unique requests that have been made to retrieve data from the GRID</a:t>
                      </a:r>
                    </a:p>
                  </a:txBody>
                  <a:tcPr anchor="ctr"/>
                </a:tc>
                <a:extLst>
                  <a:ext uri="{0D108BD9-81ED-4DB2-BD59-A6C34878D82A}">
                    <a16:rowId xmlns:a16="http://schemas.microsoft.com/office/drawing/2014/main" val="1998448655"/>
                  </a:ext>
                </a:extLst>
              </a:tr>
              <a:tr h="507115">
                <a:tc>
                  <a:txBody>
                    <a:bodyPr/>
                    <a:lstStyle/>
                    <a:p>
                      <a:r>
                        <a:rPr lang="en-US" sz="1400" dirty="0">
                          <a:latin typeface="Consolas" panose="020B0609020204030204" pitchFamily="49" charset="0"/>
                        </a:rPr>
                        <a:t>/registry</a:t>
                      </a:r>
                    </a:p>
                  </a:txBody>
                  <a:tcPr anchor="ctr"/>
                </a:tc>
                <a:tc>
                  <a:txBody>
                    <a:bodyPr/>
                    <a:lstStyle/>
                    <a:p>
                      <a:r>
                        <a:rPr lang="en-US" sz="1400" dirty="0"/>
                        <a:t>Represents meta-data about dataframes defined in the GRID registry</a:t>
                      </a:r>
                    </a:p>
                  </a:txBody>
                  <a:tcPr anchor="ctr"/>
                </a:tc>
                <a:extLst>
                  <a:ext uri="{0D108BD9-81ED-4DB2-BD59-A6C34878D82A}">
                    <a16:rowId xmlns:a16="http://schemas.microsoft.com/office/drawing/2014/main" val="3344870774"/>
                  </a:ext>
                </a:extLst>
              </a:tr>
              <a:tr h="507115">
                <a:tc>
                  <a:txBody>
                    <a:bodyPr/>
                    <a:lstStyle/>
                    <a:p>
                      <a:r>
                        <a:rPr lang="en-US" sz="1400" dirty="0">
                          <a:latin typeface="Consolas" panose="020B0609020204030204" pitchFamily="49" charset="0"/>
                        </a:rPr>
                        <a:t>/events</a:t>
                      </a:r>
                    </a:p>
                  </a:txBody>
                  <a:tcPr anchor="ctr"/>
                </a:tc>
                <a:tc>
                  <a:txBody>
                    <a:bodyPr/>
                    <a:lstStyle/>
                    <a:p>
                      <a:r>
                        <a:rPr lang="en-US" sz="1400" dirty="0"/>
                        <a:t>Represents meta-data on events to allow clients to retrieve information about events</a:t>
                      </a:r>
                    </a:p>
                  </a:txBody>
                  <a:tcPr anchor="ctr"/>
                </a:tc>
                <a:extLst>
                  <a:ext uri="{0D108BD9-81ED-4DB2-BD59-A6C34878D82A}">
                    <a16:rowId xmlns:a16="http://schemas.microsoft.com/office/drawing/2014/main" val="2462073039"/>
                  </a:ext>
                </a:extLst>
              </a:tr>
            </a:tbl>
          </a:graphicData>
        </a:graphic>
      </p:graphicFrame>
    </p:spTree>
    <p:extLst>
      <p:ext uri="{BB962C8B-B14F-4D97-AF65-F5344CB8AC3E}">
        <p14:creationId xmlns:p14="http://schemas.microsoft.com/office/powerpoint/2010/main" val="3486037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A3CD20-E68F-4DAF-B447-290BE3C7B109}"/>
              </a:ext>
            </a:extLst>
          </p:cNvPr>
          <p:cNvSpPr>
            <a:spLocks noGrp="1"/>
          </p:cNvSpPr>
          <p:nvPr>
            <p:ph type="sldNum" sz="quarter" idx="12"/>
          </p:nvPr>
        </p:nvSpPr>
        <p:spPr/>
        <p:txBody>
          <a:bodyPr/>
          <a:lstStyle/>
          <a:p>
            <a:fld id="{3A5D2E96-09D4-684C-BDED-6024B7F4284C}" type="slidenum">
              <a:rPr lang="en-US" smtClean="0"/>
              <a:pPr/>
              <a:t>8</a:t>
            </a:fld>
            <a:endParaRPr lang="en-US"/>
          </a:p>
        </p:txBody>
      </p:sp>
      <p:sp>
        <p:nvSpPr>
          <p:cNvPr id="4" name="Title 3">
            <a:extLst>
              <a:ext uri="{FF2B5EF4-FFF2-40B4-BE49-F238E27FC236}">
                <a16:creationId xmlns:a16="http://schemas.microsoft.com/office/drawing/2014/main" id="{B6F3D48E-E074-47EF-8AD7-9CBC58B994AD}"/>
              </a:ext>
            </a:extLst>
          </p:cNvPr>
          <p:cNvSpPr>
            <a:spLocks noGrp="1"/>
          </p:cNvSpPr>
          <p:nvPr>
            <p:ph type="title"/>
          </p:nvPr>
        </p:nvSpPr>
        <p:spPr>
          <a:xfrm>
            <a:off x="269158" y="204829"/>
            <a:ext cx="7905263" cy="449141"/>
          </a:xfrm>
        </p:spPr>
        <p:txBody>
          <a:bodyPr/>
          <a:lstStyle/>
          <a:p>
            <a:r>
              <a:rPr lang="en-US" sz="2400" dirty="0"/>
              <a:t>GRID API – proposed methods on resources </a:t>
            </a:r>
          </a:p>
        </p:txBody>
      </p:sp>
      <p:sp>
        <p:nvSpPr>
          <p:cNvPr id="5" name="Text Placeholder 4">
            <a:extLst>
              <a:ext uri="{FF2B5EF4-FFF2-40B4-BE49-F238E27FC236}">
                <a16:creationId xmlns:a16="http://schemas.microsoft.com/office/drawing/2014/main" id="{088AA32D-F556-44B4-972E-D5D4ECC995E8}"/>
              </a:ext>
            </a:extLst>
          </p:cNvPr>
          <p:cNvSpPr>
            <a:spLocks noGrp="1"/>
          </p:cNvSpPr>
          <p:nvPr>
            <p:ph type="body" sz="quarter" idx="13"/>
          </p:nvPr>
        </p:nvSpPr>
        <p:spPr>
          <a:xfrm>
            <a:off x="423214" y="651598"/>
            <a:ext cx="6948752" cy="311037"/>
          </a:xfrm>
        </p:spPr>
        <p:txBody>
          <a:bodyPr/>
          <a:lstStyle/>
          <a:p>
            <a:r>
              <a:rPr lang="en-US" sz="1600" dirty="0"/>
              <a:t> </a:t>
            </a:r>
          </a:p>
        </p:txBody>
      </p:sp>
      <p:sp>
        <p:nvSpPr>
          <p:cNvPr id="6" name="Footer Placeholder 5">
            <a:extLst>
              <a:ext uri="{FF2B5EF4-FFF2-40B4-BE49-F238E27FC236}">
                <a16:creationId xmlns:a16="http://schemas.microsoft.com/office/drawing/2014/main" id="{02A0BDE5-14AF-4322-82B4-F2D01CDBF36C}"/>
              </a:ext>
            </a:extLst>
          </p:cNvPr>
          <p:cNvSpPr>
            <a:spLocks noGrp="1"/>
          </p:cNvSpPr>
          <p:nvPr>
            <p:ph type="ftr" sz="quarter" idx="3"/>
          </p:nvPr>
        </p:nvSpPr>
        <p:spPr/>
        <p:txBody>
          <a:bodyPr/>
          <a:lstStyle/>
          <a:p>
            <a:r>
              <a:rPr lang="en-US"/>
              <a:t>To edit go to: Insert &gt; Header and Footer</a:t>
            </a:r>
            <a:endParaRPr lang="en-US" dirty="0"/>
          </a:p>
        </p:txBody>
      </p:sp>
      <p:graphicFrame>
        <p:nvGraphicFramePr>
          <p:cNvPr id="8" name="Table 7">
            <a:extLst>
              <a:ext uri="{FF2B5EF4-FFF2-40B4-BE49-F238E27FC236}">
                <a16:creationId xmlns:a16="http://schemas.microsoft.com/office/drawing/2014/main" id="{1AEC4C07-18D3-411F-B5B7-15EDC27FB9BE}"/>
              </a:ext>
            </a:extLst>
          </p:cNvPr>
          <p:cNvGraphicFramePr>
            <a:graphicFrameLocks noGrp="1"/>
          </p:cNvGraphicFramePr>
          <p:nvPr>
            <p:extLst>
              <p:ext uri="{D42A27DB-BD31-4B8C-83A1-F6EECF244321}">
                <p14:modId xmlns:p14="http://schemas.microsoft.com/office/powerpoint/2010/main" val="2190932521"/>
              </p:ext>
            </p:extLst>
          </p:nvPr>
        </p:nvGraphicFramePr>
        <p:xfrm>
          <a:off x="430598" y="684560"/>
          <a:ext cx="8451628" cy="5389369"/>
        </p:xfrm>
        <a:graphic>
          <a:graphicData uri="http://schemas.openxmlformats.org/drawingml/2006/table">
            <a:tbl>
              <a:tblPr firstRow="1" bandRow="1">
                <a:tableStyleId>{5C22544A-7EE6-4342-B048-85BDC9FD1C3A}</a:tableStyleId>
              </a:tblPr>
              <a:tblGrid>
                <a:gridCol w="953713">
                  <a:extLst>
                    <a:ext uri="{9D8B030D-6E8A-4147-A177-3AD203B41FA5}">
                      <a16:colId xmlns:a16="http://schemas.microsoft.com/office/drawing/2014/main" val="385019480"/>
                    </a:ext>
                  </a:extLst>
                </a:gridCol>
                <a:gridCol w="2083295">
                  <a:extLst>
                    <a:ext uri="{9D8B030D-6E8A-4147-A177-3AD203B41FA5}">
                      <a16:colId xmlns:a16="http://schemas.microsoft.com/office/drawing/2014/main" val="375725438"/>
                    </a:ext>
                  </a:extLst>
                </a:gridCol>
                <a:gridCol w="5414620">
                  <a:extLst>
                    <a:ext uri="{9D8B030D-6E8A-4147-A177-3AD203B41FA5}">
                      <a16:colId xmlns:a16="http://schemas.microsoft.com/office/drawing/2014/main" val="1462782094"/>
                    </a:ext>
                  </a:extLst>
                </a:gridCol>
              </a:tblGrid>
              <a:tr h="303567">
                <a:tc>
                  <a:txBody>
                    <a:bodyPr/>
                    <a:lstStyle/>
                    <a:p>
                      <a:pPr algn="ctr"/>
                      <a:r>
                        <a:rPr lang="en-US" sz="1100" dirty="0"/>
                        <a:t>HTTP Verb</a:t>
                      </a:r>
                    </a:p>
                  </a:txBody>
                  <a:tcPr anchor="ctr"/>
                </a:tc>
                <a:tc>
                  <a:txBody>
                    <a:bodyPr/>
                    <a:lstStyle/>
                    <a:p>
                      <a:pPr algn="ctr"/>
                      <a:r>
                        <a:rPr lang="en-US" sz="1400" dirty="0"/>
                        <a:t>Resource</a:t>
                      </a:r>
                    </a:p>
                  </a:txBody>
                  <a:tcPr anchor="ctr"/>
                </a:tc>
                <a:tc>
                  <a:txBody>
                    <a:bodyPr/>
                    <a:lstStyle/>
                    <a:p>
                      <a:pPr algn="ctr"/>
                      <a:r>
                        <a:rPr lang="en-US" sz="1400" dirty="0"/>
                        <a:t>Description</a:t>
                      </a:r>
                    </a:p>
                  </a:txBody>
                  <a:tcPr anchor="ctr"/>
                </a:tc>
                <a:extLst>
                  <a:ext uri="{0D108BD9-81ED-4DB2-BD59-A6C34878D82A}">
                    <a16:rowId xmlns:a16="http://schemas.microsoft.com/office/drawing/2014/main" val="2822741571"/>
                  </a:ext>
                </a:extLst>
              </a:tr>
              <a:tr h="602074">
                <a:tc>
                  <a:txBody>
                    <a:bodyPr/>
                    <a:lstStyle/>
                    <a:p>
                      <a:pPr marL="0" marR="0" algn="ctr" fontAlgn="t">
                        <a:spcBef>
                          <a:spcPts val="0"/>
                        </a:spcBef>
                        <a:spcAft>
                          <a:spcPts val="0"/>
                        </a:spcAft>
                      </a:pPr>
                      <a:r>
                        <a:rPr lang="en-US" sz="1600" dirty="0">
                          <a:effectLst/>
                          <a:latin typeface="Calibri" panose="020F0502020204030204" pitchFamily="34" charset="0"/>
                        </a:rPr>
                        <a:t>GET</a:t>
                      </a:r>
                    </a:p>
                  </a:txBody>
                  <a:tcPr marL="50800" marR="50800" marT="50800" marB="50800" anchor="ctr"/>
                </a:tc>
                <a:tc>
                  <a:txBody>
                    <a:bodyPr/>
                    <a:lstStyle/>
                    <a:p>
                      <a:pPr marL="0" marR="0" fontAlgn="t">
                        <a:spcBef>
                          <a:spcPts val="0"/>
                        </a:spcBef>
                        <a:spcAft>
                          <a:spcPts val="0"/>
                        </a:spcAft>
                      </a:pPr>
                      <a:r>
                        <a:rPr lang="en-US" sz="1100" dirty="0">
                          <a:effectLst/>
                          <a:latin typeface="Consolas" panose="020B0609020204030204" pitchFamily="49" charset="0"/>
                        </a:rPr>
                        <a:t>/api/queries</a:t>
                      </a:r>
                    </a:p>
                  </a:txBody>
                  <a:tcPr marL="50800" marR="50800" marT="50800" marB="50800" anchor="ctr"/>
                </a:tc>
                <a:tc>
                  <a:txBody>
                    <a:bodyPr/>
                    <a:lstStyle/>
                    <a:p>
                      <a:pPr marL="0" marR="0" fontAlgn="t">
                        <a:spcBef>
                          <a:spcPts val="0"/>
                        </a:spcBef>
                        <a:spcAft>
                          <a:spcPts val="0"/>
                        </a:spcAft>
                      </a:pPr>
                      <a:r>
                        <a:rPr lang="en-US" sz="1100" dirty="0">
                          <a:effectLst/>
                          <a:latin typeface="Calibri" panose="020F0502020204030204" pitchFamily="34" charset="0"/>
                        </a:rPr>
                        <a:t>get list queries that are defined,</a:t>
                      </a:r>
                    </a:p>
                    <a:p>
                      <a:pPr marL="0" marR="0" fontAlgn="t">
                        <a:spcBef>
                          <a:spcPts val="0"/>
                        </a:spcBef>
                        <a:spcAft>
                          <a:spcPts val="0"/>
                        </a:spcAft>
                      </a:pPr>
                      <a:r>
                        <a:rPr lang="en-US" sz="1100" dirty="0">
                          <a:effectLst/>
                          <a:latin typeface="Calibri" panose="020F0502020204030204" pitchFamily="34" charset="0"/>
                        </a:rPr>
                        <a:t>Query parameter can be used to specify if full query def should be returned, or just query definition ID should be returned </a:t>
                      </a:r>
                    </a:p>
                  </a:txBody>
                  <a:tcPr marL="50800" marR="50800" marT="50800" marB="50800" anchor="ctr"/>
                </a:tc>
                <a:extLst>
                  <a:ext uri="{0D108BD9-81ED-4DB2-BD59-A6C34878D82A}">
                    <a16:rowId xmlns:a16="http://schemas.microsoft.com/office/drawing/2014/main" val="2052872830"/>
                  </a:ext>
                </a:extLst>
              </a:tr>
              <a:tr h="344042">
                <a:tc>
                  <a:txBody>
                    <a:bodyPr/>
                    <a:lstStyle/>
                    <a:p>
                      <a:pPr marL="0" marR="0" algn="ctr" fontAlgn="t">
                        <a:spcBef>
                          <a:spcPts val="0"/>
                        </a:spcBef>
                        <a:spcAft>
                          <a:spcPts val="0"/>
                        </a:spcAft>
                      </a:pPr>
                      <a:r>
                        <a:rPr lang="en-US" sz="1600" dirty="0">
                          <a:effectLst/>
                          <a:latin typeface="Calibri" panose="020F0502020204030204" pitchFamily="34" charset="0"/>
                        </a:rPr>
                        <a:t>GET</a:t>
                      </a:r>
                    </a:p>
                  </a:txBody>
                  <a:tcPr marL="50800" marR="50800" marT="50800" marB="50800" anchor="ctr"/>
                </a:tc>
                <a:tc>
                  <a:txBody>
                    <a:bodyPr/>
                    <a:lstStyle/>
                    <a:p>
                      <a:pPr marL="0" marR="0" fontAlgn="t">
                        <a:spcBef>
                          <a:spcPts val="0"/>
                        </a:spcBef>
                        <a:spcAft>
                          <a:spcPts val="0"/>
                        </a:spcAft>
                      </a:pPr>
                      <a:r>
                        <a:rPr lang="en-US" sz="1100" dirty="0">
                          <a:effectLst/>
                          <a:latin typeface="Consolas" panose="020B0609020204030204" pitchFamily="49" charset="0"/>
                        </a:rPr>
                        <a:t>/api/queries/&lt;q&gt;</a:t>
                      </a:r>
                    </a:p>
                  </a:txBody>
                  <a:tcPr marL="50800" marR="50800" marT="50800" marB="50800" anchor="ctr"/>
                </a:tc>
                <a:tc>
                  <a:txBody>
                    <a:bodyPr/>
                    <a:lstStyle/>
                    <a:p>
                      <a:pPr marL="0" marR="0" fontAlgn="t">
                        <a:spcBef>
                          <a:spcPts val="0"/>
                        </a:spcBef>
                        <a:spcAft>
                          <a:spcPts val="0"/>
                        </a:spcAft>
                      </a:pPr>
                      <a:r>
                        <a:rPr lang="en-US" sz="1100" dirty="0">
                          <a:effectLst/>
                          <a:latin typeface="Calibri" panose="020F0502020204030204" pitchFamily="34" charset="0"/>
                        </a:rPr>
                        <a:t>get query will return details of a query definition</a:t>
                      </a:r>
                    </a:p>
                  </a:txBody>
                  <a:tcPr marL="50800" marR="50800" marT="50800" marB="50800" anchor="ctr"/>
                </a:tc>
                <a:extLst>
                  <a:ext uri="{0D108BD9-81ED-4DB2-BD59-A6C34878D82A}">
                    <a16:rowId xmlns:a16="http://schemas.microsoft.com/office/drawing/2014/main" val="1998448655"/>
                  </a:ext>
                </a:extLst>
              </a:tr>
              <a:tr h="602074">
                <a:tc>
                  <a:txBody>
                    <a:bodyPr/>
                    <a:lstStyle/>
                    <a:p>
                      <a:pPr marL="0" marR="0" algn="ctr" fontAlgn="t">
                        <a:spcBef>
                          <a:spcPts val="0"/>
                        </a:spcBef>
                        <a:spcAft>
                          <a:spcPts val="0"/>
                        </a:spcAft>
                      </a:pPr>
                      <a:r>
                        <a:rPr lang="en-US" sz="1600" dirty="0">
                          <a:effectLst/>
                          <a:latin typeface="Calibri" panose="020F0502020204030204" pitchFamily="34" charset="0"/>
                        </a:rPr>
                        <a:t>POST</a:t>
                      </a:r>
                    </a:p>
                  </a:txBody>
                  <a:tcPr marL="50800" marR="50800" marT="50800" marB="50800" anchor="ctr"/>
                </a:tc>
                <a:tc>
                  <a:txBody>
                    <a:bodyPr/>
                    <a:lstStyle/>
                    <a:p>
                      <a:pPr marL="0" marR="0" fontAlgn="t">
                        <a:spcBef>
                          <a:spcPts val="0"/>
                        </a:spcBef>
                        <a:spcAft>
                          <a:spcPts val="0"/>
                        </a:spcAft>
                      </a:pPr>
                      <a:r>
                        <a:rPr lang="en-US" sz="1100" dirty="0">
                          <a:effectLst/>
                          <a:latin typeface="Consolas" panose="020B0609020204030204" pitchFamily="49" charset="0"/>
                        </a:rPr>
                        <a:t>/api/requests</a:t>
                      </a:r>
                    </a:p>
                  </a:txBody>
                  <a:tcPr marL="50800" marR="50800" marT="50800" marB="50800" anchor="ctr"/>
                </a:tc>
                <a:tc>
                  <a:txBody>
                    <a:bodyPr/>
                    <a:lstStyle/>
                    <a:p>
                      <a:pPr marL="0" marR="0" fontAlgn="t">
                        <a:spcBef>
                          <a:spcPts val="0"/>
                        </a:spcBef>
                        <a:spcAft>
                          <a:spcPts val="0"/>
                        </a:spcAft>
                      </a:pPr>
                      <a:r>
                        <a:rPr lang="en-US" sz="1100" dirty="0">
                          <a:effectLst/>
                          <a:latin typeface="Calibri" panose="020F0502020204030204" pitchFamily="34" charset="0"/>
                        </a:rPr>
                        <a:t>execute a new query (</a:t>
                      </a:r>
                      <a:r>
                        <a:rPr lang="en-US" sz="1100" kern="1200" dirty="0">
                          <a:solidFill>
                            <a:schemeClr val="dk1"/>
                          </a:solidFill>
                          <a:effectLst/>
                          <a:latin typeface="Calibri" panose="020F0502020204030204" pitchFamily="34" charset="0"/>
                          <a:ea typeface="+mn-ea"/>
                          <a:cs typeface="+mn-cs"/>
                        </a:rPr>
                        <a:t>replaces /v1/</a:t>
                      </a:r>
                      <a:r>
                        <a:rPr lang="en-US" sz="1100" kern="1200" dirty="0" err="1">
                          <a:solidFill>
                            <a:schemeClr val="dk1"/>
                          </a:solidFill>
                          <a:effectLst/>
                          <a:latin typeface="Calibri" panose="020F0502020204030204" pitchFamily="34" charset="0"/>
                          <a:ea typeface="+mn-ea"/>
                          <a:cs typeface="+mn-cs"/>
                        </a:rPr>
                        <a:t>Dalfi</a:t>
                      </a:r>
                      <a:r>
                        <a:rPr lang="en-US" sz="1100" kern="1200" dirty="0">
                          <a:solidFill>
                            <a:schemeClr val="dk1"/>
                          </a:solidFill>
                          <a:effectLst/>
                          <a:latin typeface="Calibri" panose="020F0502020204030204" pitchFamily="34" charset="0"/>
                          <a:ea typeface="+mn-ea"/>
                          <a:cs typeface="+mn-cs"/>
                        </a:rPr>
                        <a:t>/</a:t>
                      </a:r>
                      <a:r>
                        <a:rPr lang="en-US" sz="1100" kern="1200" dirty="0" err="1">
                          <a:solidFill>
                            <a:schemeClr val="dk1"/>
                          </a:solidFill>
                          <a:effectLst/>
                          <a:latin typeface="Calibri" panose="020F0502020204030204" pitchFamily="34" charset="0"/>
                          <a:ea typeface="+mn-ea"/>
                          <a:cs typeface="+mn-cs"/>
                        </a:rPr>
                        <a:t>ExportGridData</a:t>
                      </a:r>
                      <a:r>
                        <a:rPr lang="en-US" sz="1100" kern="1200" dirty="0">
                          <a:solidFill>
                            <a:schemeClr val="dk1"/>
                          </a:solidFill>
                          <a:effectLst/>
                          <a:latin typeface="Calibri" panose="020F0502020204030204" pitchFamily="34" charset="0"/>
                          <a:ea typeface="+mn-ea"/>
                          <a:cs typeface="+mn-cs"/>
                        </a:rPr>
                        <a:t>)</a:t>
                      </a:r>
                    </a:p>
                    <a:p>
                      <a:pPr marL="0" marR="0" fontAlgn="t">
                        <a:spcBef>
                          <a:spcPts val="0"/>
                        </a:spcBef>
                        <a:spcAft>
                          <a:spcPts val="0"/>
                        </a:spcAft>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Body of request can specify if caller will wait for results, or if results will just return the request ID.     Full data can be retrieved later by GET request on request ID</a:t>
                      </a:r>
                      <a:endParaRPr lang="en-US" sz="2000" dirty="0">
                        <a:effectLst/>
                        <a:latin typeface="Calibri" panose="020F0502020204030204" pitchFamily="34" charset="0"/>
                      </a:endParaRPr>
                    </a:p>
                  </a:txBody>
                  <a:tcPr marL="50800" marR="50800" marT="50800" marB="50800" anchor="ctr"/>
                </a:tc>
                <a:extLst>
                  <a:ext uri="{0D108BD9-81ED-4DB2-BD59-A6C34878D82A}">
                    <a16:rowId xmlns:a16="http://schemas.microsoft.com/office/drawing/2014/main" val="3344870774"/>
                  </a:ext>
                </a:extLst>
              </a:tr>
              <a:tr h="344042">
                <a:tc>
                  <a:txBody>
                    <a:bodyPr/>
                    <a:lstStyle/>
                    <a:p>
                      <a:pPr marL="0" marR="0" algn="ctr" fontAlgn="t">
                        <a:spcBef>
                          <a:spcPts val="0"/>
                        </a:spcBef>
                        <a:spcAft>
                          <a:spcPts val="0"/>
                        </a:spcAft>
                      </a:pPr>
                      <a:r>
                        <a:rPr lang="en-US" sz="1600" dirty="0">
                          <a:effectLst/>
                          <a:latin typeface="Calibri" panose="020F0502020204030204" pitchFamily="34" charset="0"/>
                        </a:rPr>
                        <a:t>GET</a:t>
                      </a:r>
                    </a:p>
                  </a:txBody>
                  <a:tcPr marL="50800" marR="50800" marT="50800" marB="50800" anchor="ctr"/>
                </a:tc>
                <a:tc>
                  <a:txBody>
                    <a:bodyPr/>
                    <a:lstStyle/>
                    <a:p>
                      <a:pPr marL="0" marR="0" fontAlgn="t">
                        <a:spcBef>
                          <a:spcPts val="0"/>
                        </a:spcBef>
                        <a:spcAft>
                          <a:spcPts val="0"/>
                        </a:spcAft>
                      </a:pPr>
                      <a:r>
                        <a:rPr lang="en-US" sz="1100" dirty="0">
                          <a:effectLst/>
                          <a:latin typeface="Consolas" panose="020B0609020204030204" pitchFamily="49" charset="0"/>
                        </a:rPr>
                        <a:t>/api/requests</a:t>
                      </a:r>
                    </a:p>
                  </a:txBody>
                  <a:tcPr marL="50800" marR="50800" marT="50800" marB="50800" anchor="ctr"/>
                </a:tc>
                <a:tc>
                  <a:txBody>
                    <a:bodyPr/>
                    <a:lstStyle/>
                    <a:p>
                      <a:pPr marL="0" marR="0" fontAlgn="t">
                        <a:spcBef>
                          <a:spcPts val="0"/>
                        </a:spcBef>
                        <a:spcAft>
                          <a:spcPts val="0"/>
                        </a:spcAft>
                      </a:pPr>
                      <a:r>
                        <a:rPr lang="en-US" sz="1100" dirty="0">
                          <a:effectLst/>
                          <a:latin typeface="Calibri" panose="020F0502020204030204" pitchFamily="34" charset="0"/>
                        </a:rPr>
                        <a:t>returns list of request IDs along with status of request (in-progress, completed, failed)</a:t>
                      </a:r>
                    </a:p>
                  </a:txBody>
                  <a:tcPr marL="50800" marR="50800" marT="50800" marB="50800" anchor="ctr"/>
                </a:tc>
                <a:extLst>
                  <a:ext uri="{0D108BD9-81ED-4DB2-BD59-A6C34878D82A}">
                    <a16:rowId xmlns:a16="http://schemas.microsoft.com/office/drawing/2014/main" val="1673130367"/>
                  </a:ext>
                </a:extLst>
              </a:tr>
              <a:tr h="344042">
                <a:tc>
                  <a:txBody>
                    <a:bodyPr/>
                    <a:lstStyle/>
                    <a:p>
                      <a:pPr marL="0" marR="0" algn="ctr" fontAlgn="t">
                        <a:spcBef>
                          <a:spcPts val="0"/>
                        </a:spcBef>
                        <a:spcAft>
                          <a:spcPts val="0"/>
                        </a:spcAft>
                      </a:pPr>
                      <a:r>
                        <a:rPr lang="en-US" sz="1600" dirty="0">
                          <a:effectLst/>
                          <a:latin typeface="Calibri" panose="020F0502020204030204" pitchFamily="34" charset="0"/>
                        </a:rPr>
                        <a:t>GET</a:t>
                      </a:r>
                    </a:p>
                  </a:txBody>
                  <a:tcPr marL="50800" marR="50800" marT="50800" marB="50800" anchor="ctr"/>
                </a:tc>
                <a:tc>
                  <a:txBody>
                    <a:bodyPr/>
                    <a:lstStyle/>
                    <a:p>
                      <a:pPr marL="0" marR="0" fontAlgn="t">
                        <a:spcBef>
                          <a:spcPts val="0"/>
                        </a:spcBef>
                        <a:spcAft>
                          <a:spcPts val="0"/>
                        </a:spcAft>
                      </a:pPr>
                      <a:r>
                        <a:rPr lang="en-US" sz="1100" dirty="0">
                          <a:effectLst/>
                          <a:latin typeface="Consolas" panose="020B0609020204030204" pitchFamily="49" charset="0"/>
                        </a:rPr>
                        <a:t>/api/requests/&lt;r&gt;</a:t>
                      </a:r>
                    </a:p>
                  </a:txBody>
                  <a:tcPr marL="50800" marR="50800" marT="50800" marB="50800" anchor="ctr"/>
                </a:tc>
                <a:tc>
                  <a:txBody>
                    <a:bodyPr/>
                    <a:lstStyle/>
                    <a:p>
                      <a:pPr marL="0" marR="0" fontAlgn="t">
                        <a:spcBef>
                          <a:spcPts val="0"/>
                        </a:spcBef>
                        <a:spcAft>
                          <a:spcPts val="0"/>
                        </a:spcAft>
                      </a:pPr>
                      <a:r>
                        <a:rPr lang="en-US" sz="1100" dirty="0">
                          <a:effectLst/>
                          <a:latin typeface="Calibri" panose="020F0502020204030204" pitchFamily="34" charset="0"/>
                        </a:rPr>
                        <a:t>Returns full result dataset for the given request with id &lt;r&gt;</a:t>
                      </a:r>
                    </a:p>
                  </a:txBody>
                  <a:tcPr marL="50800" marR="50800" marT="50800" marB="50800" anchor="ctr"/>
                </a:tc>
                <a:extLst>
                  <a:ext uri="{0D108BD9-81ED-4DB2-BD59-A6C34878D82A}">
                    <a16:rowId xmlns:a16="http://schemas.microsoft.com/office/drawing/2014/main" val="4241451818"/>
                  </a:ext>
                </a:extLst>
              </a:tr>
              <a:tr h="435112">
                <a:tc>
                  <a:txBody>
                    <a:bodyPr/>
                    <a:lstStyle/>
                    <a:p>
                      <a:pPr marL="0" marR="0" algn="ctr" fontAlgn="t">
                        <a:spcBef>
                          <a:spcPts val="0"/>
                        </a:spcBef>
                        <a:spcAft>
                          <a:spcPts val="0"/>
                        </a:spcAft>
                      </a:pPr>
                      <a:r>
                        <a:rPr lang="en-US" sz="1600" dirty="0">
                          <a:effectLst/>
                          <a:latin typeface="Calibri" panose="020F0502020204030204" pitchFamily="34" charset="0"/>
                        </a:rPr>
                        <a:t>GET</a:t>
                      </a:r>
                    </a:p>
                  </a:txBody>
                  <a:tcPr marL="50800" marR="50800" marT="50800" marB="50800" anchor="ctr"/>
                </a:tc>
                <a:tc>
                  <a:txBody>
                    <a:bodyPr/>
                    <a:lstStyle/>
                    <a:p>
                      <a:pPr marL="0" marR="0" fontAlgn="t">
                        <a:spcBef>
                          <a:spcPts val="0"/>
                        </a:spcBef>
                        <a:spcAft>
                          <a:spcPts val="0"/>
                        </a:spcAft>
                      </a:pPr>
                      <a:r>
                        <a:rPr lang="en-US" sz="1100" dirty="0">
                          <a:effectLst/>
                          <a:latin typeface="Consolas" panose="020B0609020204030204" pitchFamily="49" charset="0"/>
                        </a:rPr>
                        <a:t>/api/queries/&lt;q&gt;/available</a:t>
                      </a:r>
                    </a:p>
                  </a:txBody>
                  <a:tcPr marL="50800" marR="50800" marT="50800" marB="50800" anchor="ctr"/>
                </a:tc>
                <a:tc>
                  <a:txBody>
                    <a:bodyPr/>
                    <a:lstStyle/>
                    <a:p>
                      <a:pPr marL="0" marR="0" fontAlgn="t">
                        <a:spcBef>
                          <a:spcPts val="0"/>
                        </a:spcBef>
                        <a:spcAft>
                          <a:spcPts val="0"/>
                        </a:spcAft>
                      </a:pPr>
                      <a:r>
                        <a:rPr lang="en-US" sz="1100" dirty="0">
                          <a:effectLst/>
                          <a:latin typeface="Calibri" panose="020F0502020204030204" pitchFamily="34" charset="0"/>
                        </a:rPr>
                        <a:t>does query have results available for given as-of-date, period, region</a:t>
                      </a:r>
                    </a:p>
                    <a:p>
                      <a:pPr marL="0" marR="0" fontAlgn="t">
                        <a:spcBef>
                          <a:spcPts val="0"/>
                        </a:spcBef>
                        <a:spcAft>
                          <a:spcPts val="0"/>
                        </a:spcAft>
                      </a:pPr>
                      <a:r>
                        <a:rPr lang="en-US" sz="1100" dirty="0">
                          <a:effectLst/>
                          <a:latin typeface="Calibri" panose="020F0502020204030204" pitchFamily="34" charset="0"/>
                        </a:rPr>
                        <a:t>Query parameters specify </a:t>
                      </a:r>
                      <a:r>
                        <a:rPr lang="en-US" sz="1100" dirty="0">
                          <a:effectLst/>
                          <a:latin typeface="Consolas" panose="020B0609020204030204" pitchFamily="49" charset="0"/>
                        </a:rPr>
                        <a:t>?</a:t>
                      </a:r>
                      <a:r>
                        <a:rPr lang="en-US" sz="1100" dirty="0" err="1">
                          <a:effectLst/>
                          <a:latin typeface="Consolas" panose="020B0609020204030204" pitchFamily="49" charset="0"/>
                        </a:rPr>
                        <a:t>asofdate</a:t>
                      </a:r>
                      <a:r>
                        <a:rPr lang="en-US" sz="1100" dirty="0">
                          <a:effectLst/>
                          <a:latin typeface="Consolas" panose="020B0609020204030204" pitchFamily="49" charset="0"/>
                        </a:rPr>
                        <a:t>=&lt;d&gt;&amp;region=&lt;r&gt;&amp;period=&lt;p&gt;</a:t>
                      </a:r>
                      <a:endParaRPr lang="en-US" sz="1100" dirty="0">
                        <a:effectLst/>
                        <a:latin typeface="Calibri" panose="020F0502020204030204" pitchFamily="34" charset="0"/>
                      </a:endParaRPr>
                    </a:p>
                  </a:txBody>
                  <a:tcPr marL="50800" marR="50800" marT="50800" marB="50800" anchor="ctr"/>
                </a:tc>
                <a:extLst>
                  <a:ext uri="{0D108BD9-81ED-4DB2-BD59-A6C34878D82A}">
                    <a16:rowId xmlns:a16="http://schemas.microsoft.com/office/drawing/2014/main" val="975820296"/>
                  </a:ext>
                </a:extLst>
              </a:tr>
              <a:tr h="344042">
                <a:tc>
                  <a:txBody>
                    <a:bodyPr/>
                    <a:lstStyle/>
                    <a:p>
                      <a:pPr marL="0" marR="0" algn="ctr" fontAlgn="t">
                        <a:spcBef>
                          <a:spcPts val="0"/>
                        </a:spcBef>
                        <a:spcAft>
                          <a:spcPts val="0"/>
                        </a:spcAft>
                      </a:pPr>
                      <a:r>
                        <a:rPr lang="en-US" sz="1600" dirty="0">
                          <a:effectLst/>
                          <a:latin typeface="Calibri" panose="020F0502020204030204" pitchFamily="34" charset="0"/>
                        </a:rPr>
                        <a:t>GET</a:t>
                      </a:r>
                    </a:p>
                  </a:txBody>
                  <a:tcPr marL="50800" marR="50800" marT="50800" marB="50800" anchor="ctr"/>
                </a:tc>
                <a:tc>
                  <a:txBody>
                    <a:bodyPr/>
                    <a:lstStyle/>
                    <a:p>
                      <a:pPr marL="0" marR="0" fontAlgn="t">
                        <a:spcBef>
                          <a:spcPts val="0"/>
                        </a:spcBef>
                        <a:spcAft>
                          <a:spcPts val="0"/>
                        </a:spcAft>
                      </a:pPr>
                      <a:r>
                        <a:rPr lang="en-US" sz="1100" dirty="0">
                          <a:effectLst/>
                          <a:latin typeface="Consolas" panose="020B0609020204030204" pitchFamily="49" charset="0"/>
                        </a:rPr>
                        <a:t>/api/queries/&lt;q&gt;/metadata</a:t>
                      </a:r>
                    </a:p>
                  </a:txBody>
                  <a:tcPr marL="50800" marR="50800" marT="50800" marB="50800" anchor="ctr"/>
                </a:tc>
                <a:tc>
                  <a:txBody>
                    <a:bodyPr/>
                    <a:lstStyle/>
                    <a:p>
                      <a:pPr marL="0" marR="0" fontAlgn="t">
                        <a:spcBef>
                          <a:spcPts val="0"/>
                        </a:spcBef>
                        <a:spcAft>
                          <a:spcPts val="0"/>
                        </a:spcAft>
                      </a:pPr>
                      <a:r>
                        <a:rPr lang="en-US" sz="1100" dirty="0">
                          <a:effectLst/>
                          <a:latin typeface="Calibri" panose="020F0502020204030204" pitchFamily="34" charset="0"/>
                        </a:rPr>
                        <a:t>returns meta-data for a query definition  - e.g. type information</a:t>
                      </a:r>
                    </a:p>
                  </a:txBody>
                  <a:tcPr marL="50800" marR="50800" marT="50800" marB="50800" anchor="ctr"/>
                </a:tc>
                <a:extLst>
                  <a:ext uri="{0D108BD9-81ED-4DB2-BD59-A6C34878D82A}">
                    <a16:rowId xmlns:a16="http://schemas.microsoft.com/office/drawing/2014/main" val="977113843"/>
                  </a:ext>
                </a:extLst>
              </a:tr>
              <a:tr h="602074">
                <a:tc>
                  <a:txBody>
                    <a:bodyPr/>
                    <a:lstStyle/>
                    <a:p>
                      <a:pPr marL="0" marR="0" algn="ctr" fontAlgn="t">
                        <a:spcBef>
                          <a:spcPts val="0"/>
                        </a:spcBef>
                        <a:spcAft>
                          <a:spcPts val="0"/>
                        </a:spcAft>
                      </a:pPr>
                      <a:r>
                        <a:rPr lang="en-US" sz="1600" dirty="0">
                          <a:effectLst/>
                          <a:latin typeface="Calibri" panose="020F0502020204030204" pitchFamily="34" charset="0"/>
                        </a:rPr>
                        <a:t>GET</a:t>
                      </a:r>
                    </a:p>
                  </a:txBody>
                  <a:tcPr marL="50800" marR="50800" marT="50800" marB="50800" anchor="ctr"/>
                </a:tc>
                <a:tc>
                  <a:txBody>
                    <a:bodyPr/>
                    <a:lstStyle/>
                    <a:p>
                      <a:pPr marL="0" marR="0" fontAlgn="t">
                        <a:spcBef>
                          <a:spcPts val="0"/>
                        </a:spcBef>
                        <a:spcAft>
                          <a:spcPts val="0"/>
                        </a:spcAft>
                      </a:pPr>
                      <a:r>
                        <a:rPr lang="en-US" sz="1100" dirty="0">
                          <a:effectLst/>
                          <a:latin typeface="Consolas" panose="020B0609020204030204" pitchFamily="49" charset="0"/>
                        </a:rPr>
                        <a:t>/api/registry</a:t>
                      </a:r>
                    </a:p>
                  </a:txBody>
                  <a:tcPr marL="50800" marR="50800" marT="50800" marB="50800" anchor="ctr"/>
                </a:tc>
                <a:tc>
                  <a:txBody>
                    <a:bodyPr/>
                    <a:lstStyle/>
                    <a:p>
                      <a:pPr marL="0" marR="0" fontAlgn="t">
                        <a:spcBef>
                          <a:spcPts val="0"/>
                        </a:spcBef>
                        <a:spcAft>
                          <a:spcPts val="0"/>
                        </a:spcAft>
                      </a:pPr>
                      <a:r>
                        <a:rPr lang="en-US" sz="1100" dirty="0">
                          <a:effectLst/>
                          <a:latin typeface="Calibri" panose="020F0502020204030204" pitchFamily="34" charset="0"/>
                        </a:rPr>
                        <a:t>returns list of dataframes and  notebooks defined in registry</a:t>
                      </a:r>
                    </a:p>
                    <a:p>
                      <a:pPr marL="0" marR="0" lvl="0" indent="0" algn="l" defTabSz="685800" rtl="0" eaLnBrk="1" fontAlgn="t" latinLnBrk="0" hangingPunct="1">
                        <a:lnSpc>
                          <a:spcPct val="100000"/>
                        </a:lnSpc>
                        <a:spcBef>
                          <a:spcPts val="0"/>
                        </a:spcBef>
                        <a:spcAft>
                          <a:spcPts val="0"/>
                        </a:spcAft>
                        <a:buClrTx/>
                        <a:buSzTx/>
                        <a:buFontTx/>
                        <a:buNone/>
                        <a:tabLst/>
                        <a:defRPr/>
                      </a:pPr>
                      <a:r>
                        <a:rPr lang="en-US" sz="1100" dirty="0">
                          <a:effectLst/>
                          <a:latin typeface="Calibri" panose="020F0502020204030204" pitchFamily="34" charset="0"/>
                        </a:rPr>
                        <a:t>Query parameter can be used to specify if full dataframe def should be returned or just dataframe ID should be returned </a:t>
                      </a:r>
                    </a:p>
                  </a:txBody>
                  <a:tcPr marL="50800" marR="50800" marT="50800" marB="50800" anchor="ctr"/>
                </a:tc>
                <a:extLst>
                  <a:ext uri="{0D108BD9-81ED-4DB2-BD59-A6C34878D82A}">
                    <a16:rowId xmlns:a16="http://schemas.microsoft.com/office/drawing/2014/main" val="2258346335"/>
                  </a:ext>
                </a:extLst>
              </a:tr>
              <a:tr h="344042">
                <a:tc>
                  <a:txBody>
                    <a:bodyPr/>
                    <a:lstStyle/>
                    <a:p>
                      <a:pPr marL="0" marR="0" algn="ctr" fontAlgn="t">
                        <a:spcBef>
                          <a:spcPts val="0"/>
                        </a:spcBef>
                        <a:spcAft>
                          <a:spcPts val="0"/>
                        </a:spcAft>
                      </a:pPr>
                      <a:r>
                        <a:rPr lang="en-US" sz="1600" dirty="0">
                          <a:effectLst/>
                          <a:latin typeface="Calibri" panose="020F0502020204030204" pitchFamily="34" charset="0"/>
                        </a:rPr>
                        <a:t>GET</a:t>
                      </a:r>
                    </a:p>
                  </a:txBody>
                  <a:tcPr marL="50800" marR="50800" marT="50800" marB="50800" anchor="ctr"/>
                </a:tc>
                <a:tc>
                  <a:txBody>
                    <a:bodyPr/>
                    <a:lstStyle/>
                    <a:p>
                      <a:pPr marL="0" marR="0" fontAlgn="t">
                        <a:spcBef>
                          <a:spcPts val="0"/>
                        </a:spcBef>
                        <a:spcAft>
                          <a:spcPts val="0"/>
                        </a:spcAft>
                      </a:pPr>
                      <a:r>
                        <a:rPr lang="en-US" sz="1100" dirty="0">
                          <a:effectLst/>
                          <a:latin typeface="Consolas" panose="020B0609020204030204" pitchFamily="49" charset="0"/>
                        </a:rPr>
                        <a:t>/api/registry/&lt;df&gt;</a:t>
                      </a:r>
                    </a:p>
                  </a:txBody>
                  <a:tcPr marL="50800" marR="50800" marT="50800" marB="50800" anchor="ctr"/>
                </a:tc>
                <a:tc>
                  <a:txBody>
                    <a:bodyPr/>
                    <a:lstStyle/>
                    <a:p>
                      <a:pPr marL="0" marR="0" fontAlgn="t">
                        <a:spcBef>
                          <a:spcPts val="0"/>
                        </a:spcBef>
                        <a:spcAft>
                          <a:spcPts val="0"/>
                        </a:spcAft>
                      </a:pPr>
                      <a:r>
                        <a:rPr lang="en-US" sz="1100" dirty="0">
                          <a:effectLst/>
                          <a:latin typeface="Calibri" panose="020F0502020204030204" pitchFamily="34" charset="0"/>
                        </a:rPr>
                        <a:t>returns details of a specific dataframe</a:t>
                      </a:r>
                    </a:p>
                  </a:txBody>
                  <a:tcPr marL="50800" marR="50800" marT="50800" marB="50800" anchor="ctr"/>
                </a:tc>
                <a:extLst>
                  <a:ext uri="{0D108BD9-81ED-4DB2-BD59-A6C34878D82A}">
                    <a16:rowId xmlns:a16="http://schemas.microsoft.com/office/drawing/2014/main" val="2072026349"/>
                  </a:ext>
                </a:extLst>
              </a:tr>
              <a:tr h="344042">
                <a:tc>
                  <a:txBody>
                    <a:bodyPr/>
                    <a:lstStyle/>
                    <a:p>
                      <a:pPr marL="0" marR="0" algn="ctr" fontAlgn="t">
                        <a:spcBef>
                          <a:spcPts val="0"/>
                        </a:spcBef>
                        <a:spcAft>
                          <a:spcPts val="0"/>
                        </a:spcAft>
                      </a:pPr>
                      <a:r>
                        <a:rPr lang="en-US" sz="1600" dirty="0">
                          <a:effectLst/>
                          <a:latin typeface="Calibri" panose="020F0502020204030204" pitchFamily="34" charset="0"/>
                        </a:rPr>
                        <a:t>POST</a:t>
                      </a:r>
                    </a:p>
                  </a:txBody>
                  <a:tcPr marL="50800" marR="50800" marT="50800" marB="50800" anchor="ctr"/>
                </a:tc>
                <a:tc>
                  <a:txBody>
                    <a:bodyPr/>
                    <a:lstStyle/>
                    <a:p>
                      <a:pPr marL="0" marR="0" fontAlgn="t">
                        <a:spcBef>
                          <a:spcPts val="0"/>
                        </a:spcBef>
                        <a:spcAft>
                          <a:spcPts val="0"/>
                        </a:spcAft>
                      </a:pPr>
                      <a:r>
                        <a:rPr lang="en-US" sz="1100" dirty="0">
                          <a:effectLst/>
                          <a:latin typeface="Consolas" panose="020B0609020204030204" pitchFamily="49" charset="0"/>
                        </a:rPr>
                        <a:t>/api/queries</a:t>
                      </a:r>
                    </a:p>
                  </a:txBody>
                  <a:tcPr marL="50800" marR="50800" marT="50800" marB="50800" anchor="ctr"/>
                </a:tc>
                <a:tc>
                  <a:txBody>
                    <a:bodyPr/>
                    <a:lstStyle/>
                    <a:p>
                      <a:pPr marL="0" marR="0" fontAlgn="t">
                        <a:spcBef>
                          <a:spcPts val="0"/>
                        </a:spcBef>
                        <a:spcAft>
                          <a:spcPts val="0"/>
                        </a:spcAft>
                      </a:pPr>
                      <a:r>
                        <a:rPr lang="en-US" sz="1100" dirty="0">
                          <a:effectLst/>
                          <a:latin typeface="Calibri" panose="020F0502020204030204" pitchFamily="34" charset="0"/>
                        </a:rPr>
                        <a:t>Adds a new query definition </a:t>
                      </a:r>
                    </a:p>
                  </a:txBody>
                  <a:tcPr marL="50800" marR="50800" marT="50800" marB="50800" anchor="ctr"/>
                </a:tc>
                <a:extLst>
                  <a:ext uri="{0D108BD9-81ED-4DB2-BD59-A6C34878D82A}">
                    <a16:rowId xmlns:a16="http://schemas.microsoft.com/office/drawing/2014/main" val="4276354178"/>
                  </a:ext>
                </a:extLst>
              </a:tr>
              <a:tr h="416049">
                <a:tc>
                  <a:txBody>
                    <a:bodyPr/>
                    <a:lstStyle/>
                    <a:p>
                      <a:pPr marL="0" marR="0" algn="ctr" fontAlgn="t">
                        <a:spcBef>
                          <a:spcPts val="0"/>
                        </a:spcBef>
                        <a:spcAft>
                          <a:spcPts val="0"/>
                        </a:spcAft>
                      </a:pPr>
                      <a:r>
                        <a:rPr lang="en-US" sz="1600" dirty="0">
                          <a:effectLst/>
                          <a:latin typeface="Calibri" panose="020F0502020204030204" pitchFamily="34" charset="0"/>
                        </a:rPr>
                        <a:t>GET</a:t>
                      </a:r>
                    </a:p>
                  </a:txBody>
                  <a:tcPr marL="50800" marR="50800" marT="50800" marB="50800" anchor="ctr"/>
                </a:tc>
                <a:tc>
                  <a:txBody>
                    <a:bodyPr/>
                    <a:lstStyle/>
                    <a:p>
                      <a:pPr marL="0" marR="0" fontAlgn="t">
                        <a:spcBef>
                          <a:spcPts val="0"/>
                        </a:spcBef>
                        <a:spcAft>
                          <a:spcPts val="0"/>
                        </a:spcAft>
                      </a:pPr>
                      <a:r>
                        <a:rPr lang="en-US" sz="1100" dirty="0">
                          <a:effectLst/>
                          <a:latin typeface="Consolas" panose="020B0609020204030204" pitchFamily="49" charset="0"/>
                        </a:rPr>
                        <a:t>/api/events</a:t>
                      </a:r>
                    </a:p>
                  </a:txBody>
                  <a:tcPr marL="50800" marR="50800" marT="50800" marB="50800" anchor="ctr"/>
                </a:tc>
                <a:tc>
                  <a:txBody>
                    <a:bodyPr/>
                    <a:lstStyle/>
                    <a:p>
                      <a:pPr marL="0" marR="0" fontAlgn="t">
                        <a:spcBef>
                          <a:spcPts val="0"/>
                        </a:spcBef>
                        <a:spcAft>
                          <a:spcPts val="0"/>
                        </a:spcAft>
                      </a:pPr>
                      <a:r>
                        <a:rPr lang="en-US" sz="1100" dirty="0">
                          <a:effectLst/>
                          <a:latin typeface="Calibri" panose="020F0502020204030204" pitchFamily="34" charset="0"/>
                        </a:rPr>
                        <a:t>returns list of types of events that are available for subscription</a:t>
                      </a:r>
                    </a:p>
                  </a:txBody>
                  <a:tcPr marL="50800" marR="50800" marT="50800" marB="50800" anchor="ctr"/>
                </a:tc>
                <a:extLst>
                  <a:ext uri="{0D108BD9-81ED-4DB2-BD59-A6C34878D82A}">
                    <a16:rowId xmlns:a16="http://schemas.microsoft.com/office/drawing/2014/main" val="77861914"/>
                  </a:ext>
                </a:extLst>
              </a:tr>
              <a:tr h="344042">
                <a:tc>
                  <a:txBody>
                    <a:bodyPr/>
                    <a:lstStyle/>
                    <a:p>
                      <a:pPr marL="0" marR="0" algn="ctr" fontAlgn="t">
                        <a:spcBef>
                          <a:spcPts val="0"/>
                        </a:spcBef>
                        <a:spcAft>
                          <a:spcPts val="0"/>
                        </a:spcAft>
                      </a:pPr>
                      <a:r>
                        <a:rPr lang="en-US" sz="1600" dirty="0">
                          <a:effectLst/>
                          <a:latin typeface="Calibri" panose="020F0502020204030204" pitchFamily="34" charset="0"/>
                        </a:rPr>
                        <a:t>GET</a:t>
                      </a:r>
                    </a:p>
                  </a:txBody>
                  <a:tcPr marL="50800" marR="50800" marT="50800" marB="50800" anchor="ctr"/>
                </a:tc>
                <a:tc>
                  <a:txBody>
                    <a:bodyPr/>
                    <a:lstStyle/>
                    <a:p>
                      <a:pPr marL="0" marR="0" fontAlgn="t">
                        <a:spcBef>
                          <a:spcPts val="0"/>
                        </a:spcBef>
                        <a:spcAft>
                          <a:spcPts val="0"/>
                        </a:spcAft>
                      </a:pPr>
                      <a:r>
                        <a:rPr lang="en-US" sz="1100" dirty="0">
                          <a:effectLst/>
                          <a:latin typeface="Consolas" panose="020B0609020204030204" pitchFamily="49" charset="0"/>
                        </a:rPr>
                        <a:t>/api/events/&lt;e&gt;</a:t>
                      </a:r>
                    </a:p>
                  </a:txBody>
                  <a:tcPr marL="50800" marR="50800" marT="50800" marB="50800" anchor="ctr"/>
                </a:tc>
                <a:tc>
                  <a:txBody>
                    <a:bodyPr/>
                    <a:lstStyle/>
                    <a:p>
                      <a:pPr marL="0" marR="0" fontAlgn="t">
                        <a:spcBef>
                          <a:spcPts val="0"/>
                        </a:spcBef>
                        <a:spcAft>
                          <a:spcPts val="0"/>
                        </a:spcAft>
                      </a:pPr>
                      <a:r>
                        <a:rPr lang="en-US" sz="1100" dirty="0">
                          <a:effectLst/>
                          <a:latin typeface="Calibri" panose="020F0502020204030204" pitchFamily="34" charset="0"/>
                        </a:rPr>
                        <a:t>Can be used for long-polling on a specific event</a:t>
                      </a:r>
                    </a:p>
                  </a:txBody>
                  <a:tcPr marL="50800" marR="50800" marT="50800" marB="50800" anchor="ctr"/>
                </a:tc>
                <a:extLst>
                  <a:ext uri="{0D108BD9-81ED-4DB2-BD59-A6C34878D82A}">
                    <a16:rowId xmlns:a16="http://schemas.microsoft.com/office/drawing/2014/main" val="1482505556"/>
                  </a:ext>
                </a:extLst>
              </a:tr>
            </a:tbl>
          </a:graphicData>
        </a:graphic>
      </p:graphicFrame>
      <p:sp>
        <p:nvSpPr>
          <p:cNvPr id="14" name="TextBox 13">
            <a:extLst>
              <a:ext uri="{FF2B5EF4-FFF2-40B4-BE49-F238E27FC236}">
                <a16:creationId xmlns:a16="http://schemas.microsoft.com/office/drawing/2014/main" id="{1FD5C847-AF50-4803-B2F8-522CB48BE7DC}"/>
              </a:ext>
            </a:extLst>
          </p:cNvPr>
          <p:cNvSpPr txBox="1"/>
          <p:nvPr/>
        </p:nvSpPr>
        <p:spPr>
          <a:xfrm>
            <a:off x="504387" y="6120752"/>
            <a:ext cx="8252701" cy="339724"/>
          </a:xfrm>
          <a:prstGeom prst="rect">
            <a:avLst/>
          </a:prstGeom>
          <a:noFill/>
        </p:spPr>
        <p:txBody>
          <a:bodyPr wrap="square" lIns="91440" tIns="0" rIns="91440" bIns="0" rtlCol="0" anchor="ctr">
            <a:noAutofit/>
          </a:bodyPr>
          <a:lstStyle/>
          <a:p>
            <a:pPr algn="ctr"/>
            <a:r>
              <a:rPr lang="en-US" sz="1600" i="1" dirty="0"/>
              <a:t>other uses can be defined as needed:  e.g., PUT /api/queries to modify a query definition</a:t>
            </a:r>
            <a:endParaRPr lang="en-US" i="1" dirty="0"/>
          </a:p>
        </p:txBody>
      </p:sp>
    </p:spTree>
    <p:extLst>
      <p:ext uri="{BB962C8B-B14F-4D97-AF65-F5344CB8AC3E}">
        <p14:creationId xmlns:p14="http://schemas.microsoft.com/office/powerpoint/2010/main" val="1687867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A3CD20-E68F-4DAF-B447-290BE3C7B109}"/>
              </a:ext>
            </a:extLst>
          </p:cNvPr>
          <p:cNvSpPr>
            <a:spLocks noGrp="1"/>
          </p:cNvSpPr>
          <p:nvPr>
            <p:ph type="sldNum" sz="quarter" idx="12"/>
          </p:nvPr>
        </p:nvSpPr>
        <p:spPr/>
        <p:txBody>
          <a:bodyPr/>
          <a:lstStyle/>
          <a:p>
            <a:fld id="{3A5D2E96-09D4-684C-BDED-6024B7F4284C}" type="slidenum">
              <a:rPr lang="en-US" smtClean="0"/>
              <a:pPr/>
              <a:t>9</a:t>
            </a:fld>
            <a:endParaRPr lang="en-US"/>
          </a:p>
        </p:txBody>
      </p:sp>
      <p:sp>
        <p:nvSpPr>
          <p:cNvPr id="4" name="Title 3">
            <a:extLst>
              <a:ext uri="{FF2B5EF4-FFF2-40B4-BE49-F238E27FC236}">
                <a16:creationId xmlns:a16="http://schemas.microsoft.com/office/drawing/2014/main" id="{B6F3D48E-E074-47EF-8AD7-9CBC58B994AD}"/>
              </a:ext>
            </a:extLst>
          </p:cNvPr>
          <p:cNvSpPr>
            <a:spLocks noGrp="1"/>
          </p:cNvSpPr>
          <p:nvPr>
            <p:ph type="title"/>
          </p:nvPr>
        </p:nvSpPr>
        <p:spPr>
          <a:xfrm>
            <a:off x="269158" y="204829"/>
            <a:ext cx="7905263" cy="449141"/>
          </a:xfrm>
        </p:spPr>
        <p:txBody>
          <a:bodyPr/>
          <a:lstStyle/>
          <a:p>
            <a:r>
              <a:rPr lang="en-US" sz="2400" dirty="0"/>
              <a:t>Authentication</a:t>
            </a:r>
          </a:p>
        </p:txBody>
      </p:sp>
      <p:sp>
        <p:nvSpPr>
          <p:cNvPr id="5" name="Text Placeholder 4">
            <a:extLst>
              <a:ext uri="{FF2B5EF4-FFF2-40B4-BE49-F238E27FC236}">
                <a16:creationId xmlns:a16="http://schemas.microsoft.com/office/drawing/2014/main" id="{088AA32D-F556-44B4-972E-D5D4ECC995E8}"/>
              </a:ext>
            </a:extLst>
          </p:cNvPr>
          <p:cNvSpPr>
            <a:spLocks noGrp="1"/>
          </p:cNvSpPr>
          <p:nvPr>
            <p:ph type="body" sz="quarter" idx="13"/>
          </p:nvPr>
        </p:nvSpPr>
        <p:spPr>
          <a:xfrm>
            <a:off x="423214" y="651598"/>
            <a:ext cx="6948752" cy="311037"/>
          </a:xfrm>
        </p:spPr>
        <p:txBody>
          <a:bodyPr/>
          <a:lstStyle/>
          <a:p>
            <a:r>
              <a:rPr lang="en-US" sz="1600" dirty="0"/>
              <a:t> </a:t>
            </a:r>
          </a:p>
        </p:txBody>
      </p:sp>
      <p:sp>
        <p:nvSpPr>
          <p:cNvPr id="6" name="Footer Placeholder 5">
            <a:extLst>
              <a:ext uri="{FF2B5EF4-FFF2-40B4-BE49-F238E27FC236}">
                <a16:creationId xmlns:a16="http://schemas.microsoft.com/office/drawing/2014/main" id="{02A0BDE5-14AF-4322-82B4-F2D01CDBF36C}"/>
              </a:ext>
            </a:extLst>
          </p:cNvPr>
          <p:cNvSpPr>
            <a:spLocks noGrp="1"/>
          </p:cNvSpPr>
          <p:nvPr>
            <p:ph type="ftr" sz="quarter" idx="3"/>
          </p:nvPr>
        </p:nvSpPr>
        <p:spPr/>
        <p:txBody>
          <a:bodyPr/>
          <a:lstStyle/>
          <a:p>
            <a:r>
              <a:rPr lang="en-US"/>
              <a:t>To edit go to: Insert &gt; Header and Footer</a:t>
            </a:r>
            <a:endParaRPr lang="en-US" dirty="0"/>
          </a:p>
        </p:txBody>
      </p:sp>
      <p:sp>
        <p:nvSpPr>
          <p:cNvPr id="9" name="Content Placeholder 1">
            <a:extLst>
              <a:ext uri="{FF2B5EF4-FFF2-40B4-BE49-F238E27FC236}">
                <a16:creationId xmlns:a16="http://schemas.microsoft.com/office/drawing/2014/main" id="{9E769B24-0E1A-4073-B258-C5D27519666A}"/>
              </a:ext>
            </a:extLst>
          </p:cNvPr>
          <p:cNvSpPr>
            <a:spLocks noGrp="1"/>
          </p:cNvSpPr>
          <p:nvPr>
            <p:ph idx="1"/>
          </p:nvPr>
        </p:nvSpPr>
        <p:spPr>
          <a:xfrm>
            <a:off x="423214" y="858644"/>
            <a:ext cx="8564714" cy="2219093"/>
          </a:xfrm>
          <a:ln>
            <a:solidFill>
              <a:schemeClr val="tx1"/>
            </a:solidFill>
          </a:ln>
        </p:spPr>
        <p:txBody>
          <a:bodyPr/>
          <a:lstStyle/>
          <a:p>
            <a:pPr>
              <a:lnSpc>
                <a:spcPct val="100000"/>
              </a:lnSpc>
            </a:pPr>
            <a:r>
              <a:rPr lang="en-US" sz="2000" b="1" dirty="0"/>
              <a:t>Observations</a:t>
            </a:r>
          </a:p>
          <a:p>
            <a:pPr marL="171450" indent="-171450">
              <a:lnSpc>
                <a:spcPct val="100000"/>
              </a:lnSpc>
              <a:buFont typeface="Arial" panose="020B0604020202020204" pitchFamily="34" charset="0"/>
              <a:buChar char="•"/>
            </a:pPr>
            <a:r>
              <a:rPr lang="en-US" sz="1200" dirty="0"/>
              <a:t>Current implementation uses only a client certificate to authenticate</a:t>
            </a:r>
          </a:p>
          <a:p>
            <a:pPr marL="473869" lvl="2">
              <a:lnSpc>
                <a:spcPct val="100000"/>
              </a:lnSpc>
              <a:buFont typeface="Arial" panose="020B0604020202020204" pitchFamily="34" charset="0"/>
              <a:buChar char="•"/>
            </a:pPr>
            <a:r>
              <a:rPr lang="en-US" sz="1200" dirty="0"/>
              <a:t>this has presented challenges in setup, testing, ...</a:t>
            </a:r>
          </a:p>
          <a:p>
            <a:pPr marL="473869" lvl="2">
              <a:lnSpc>
                <a:spcPct val="100000"/>
              </a:lnSpc>
              <a:buFont typeface="Arial" panose="020B0604020202020204" pitchFamily="34" charset="0"/>
              <a:buChar char="•"/>
            </a:pPr>
            <a:r>
              <a:rPr lang="en-US" sz="1200" dirty="0"/>
              <a:t>there is no explicit application ID provided (just a client cert is used to authenticate), </a:t>
            </a:r>
          </a:p>
          <a:p>
            <a:pPr marL="473869" lvl="2">
              <a:lnSpc>
                <a:spcPct val="100000"/>
              </a:lnSpc>
              <a:buFont typeface="Arial" panose="020B0604020202020204" pitchFamily="34" charset="0"/>
              <a:buChar char="•"/>
            </a:pPr>
            <a:r>
              <a:rPr lang="en-US" sz="1200" dirty="0"/>
              <a:t>client identify only comes as an EAI code in the query request payload.  This value should not be trusted</a:t>
            </a:r>
          </a:p>
          <a:p>
            <a:pPr marL="171450" indent="-171450">
              <a:lnSpc>
                <a:spcPct val="100000"/>
              </a:lnSpc>
              <a:buFont typeface="Arial" panose="020B0604020202020204" pitchFamily="34" charset="0"/>
              <a:buChar char="•"/>
            </a:pPr>
            <a:r>
              <a:rPr lang="en-US" sz="1200" dirty="0"/>
              <a:t>Azure API Management (APIM) will not allow client certification authenticate to pass through APIM, given the current implementation</a:t>
            </a:r>
          </a:p>
        </p:txBody>
      </p:sp>
      <p:sp>
        <p:nvSpPr>
          <p:cNvPr id="10" name="Content Placeholder 1">
            <a:extLst>
              <a:ext uri="{FF2B5EF4-FFF2-40B4-BE49-F238E27FC236}">
                <a16:creationId xmlns:a16="http://schemas.microsoft.com/office/drawing/2014/main" id="{2DF1607F-96C3-4327-8F2C-1D579C503B66}"/>
              </a:ext>
            </a:extLst>
          </p:cNvPr>
          <p:cNvSpPr txBox="1">
            <a:spLocks/>
          </p:cNvSpPr>
          <p:nvPr/>
        </p:nvSpPr>
        <p:spPr>
          <a:xfrm>
            <a:off x="423214" y="3166946"/>
            <a:ext cx="8564714" cy="2728420"/>
          </a:xfrm>
          <a:prstGeom prst="rect">
            <a:avLst/>
          </a:prstGeom>
          <a:ln>
            <a:solidFill>
              <a:schemeClr val="tx1"/>
            </a:solidFill>
          </a:ln>
        </p:spPr>
        <p:txBody>
          <a:bodyPr vert="horz" lIns="68580" tIns="34290" rIns="68580" bIns="34290" rtlCol="0">
            <a:noAutofit/>
          </a:bodyPr>
          <a:lstStyle>
            <a:lvl1pPr marL="0" indent="0" algn="l" defTabSz="685800" rtl="0" eaLnBrk="1" latinLnBrk="0" hangingPunct="1">
              <a:lnSpc>
                <a:spcPct val="140000"/>
              </a:lnSpc>
              <a:spcBef>
                <a:spcPts val="750"/>
              </a:spcBef>
              <a:buFont typeface="Arial"/>
              <a:buNone/>
              <a:defRPr sz="2200" kern="1200">
                <a:solidFill>
                  <a:schemeClr val="tx1"/>
                </a:solidFill>
                <a:latin typeface="+mn-lt"/>
                <a:ea typeface="+mn-ea"/>
                <a:cs typeface="+mn-cs"/>
              </a:defRPr>
            </a:lvl1pPr>
            <a:lvl2pPr marL="130969" indent="-126206" algn="l" defTabSz="685800" rtl="0" eaLnBrk="1" latinLnBrk="0" hangingPunct="1">
              <a:lnSpc>
                <a:spcPct val="140000"/>
              </a:lnSpc>
              <a:spcBef>
                <a:spcPts val="375"/>
              </a:spcBef>
              <a:buFont typeface="Arial"/>
              <a:buChar char="•"/>
              <a:tabLst/>
              <a:defRPr sz="2200" kern="1200">
                <a:solidFill>
                  <a:schemeClr val="tx1"/>
                </a:solidFill>
                <a:latin typeface="+mn-lt"/>
                <a:ea typeface="+mn-ea"/>
                <a:cs typeface="+mn-cs"/>
              </a:defRPr>
            </a:lvl2pPr>
            <a:lvl3pPr marL="302419" indent="-171450" algn="l" defTabSz="685800" rtl="0" eaLnBrk="1" latinLnBrk="0" hangingPunct="1">
              <a:lnSpc>
                <a:spcPct val="140000"/>
              </a:lnSpc>
              <a:spcBef>
                <a:spcPts val="375"/>
              </a:spcBef>
              <a:buFont typeface=".AppleSystemUIFont" charset="-120"/>
              <a:buChar char="−"/>
              <a:tabLst/>
              <a:defRPr sz="2200" kern="1200">
                <a:solidFill>
                  <a:schemeClr val="tx1"/>
                </a:solidFill>
                <a:latin typeface="+mn-lt"/>
                <a:ea typeface="+mn-ea"/>
                <a:cs typeface="+mn-cs"/>
              </a:defRPr>
            </a:lvl3pPr>
            <a:lvl4pPr marL="428625" indent="-132160" algn="l" defTabSz="685800" rtl="0" eaLnBrk="1" latinLnBrk="0" hangingPunct="1">
              <a:lnSpc>
                <a:spcPct val="140000"/>
              </a:lnSpc>
              <a:spcBef>
                <a:spcPts val="375"/>
              </a:spcBef>
              <a:buFont typeface="Arial"/>
              <a:buChar char="•"/>
              <a:tabLst/>
              <a:defRPr sz="2200" kern="1200">
                <a:solidFill>
                  <a:schemeClr val="tx1"/>
                </a:solidFill>
                <a:latin typeface="+mn-lt"/>
                <a:ea typeface="+mn-ea"/>
                <a:cs typeface="+mn-cs"/>
              </a:defRPr>
            </a:lvl4pPr>
            <a:lvl5pPr marL="560785" indent="-170260" algn="l" defTabSz="685800" rtl="0" eaLnBrk="1" latinLnBrk="0" hangingPunct="1">
              <a:lnSpc>
                <a:spcPct val="140000"/>
              </a:lnSpc>
              <a:spcBef>
                <a:spcPts val="375"/>
              </a:spcBef>
              <a:buFont typeface=".AppleSystemUIFont" charset="-120"/>
              <a:buChar char="−"/>
              <a:tabLst/>
              <a:defRPr sz="2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a:lnSpc>
                <a:spcPct val="100000"/>
              </a:lnSpc>
            </a:pPr>
            <a:r>
              <a:rPr lang="en-US" sz="2000" b="1" dirty="0"/>
              <a:t>Recommendations</a:t>
            </a:r>
          </a:p>
          <a:p>
            <a:pPr marL="171450" lvl="0" indent="-171450">
              <a:lnSpc>
                <a:spcPct val="100000"/>
              </a:lnSpc>
              <a:buFont typeface="Arial" panose="020B0604020202020204" pitchFamily="34" charset="0"/>
              <a:buChar char="•"/>
            </a:pPr>
            <a:r>
              <a:rPr lang="en-US" sz="1200" dirty="0">
                <a:solidFill>
                  <a:srgbClr val="000000"/>
                </a:solidFill>
              </a:rPr>
              <a:t>Enhance authentication to support AAD token authentication, as well as MSI (Managed Service Identities)</a:t>
            </a:r>
          </a:p>
          <a:p>
            <a:pPr marL="531019" lvl="2" indent="-228600">
              <a:lnSpc>
                <a:spcPct val="100000"/>
              </a:lnSpc>
              <a:buFont typeface="+mj-lt"/>
              <a:buAutoNum type="arabicPeriod"/>
            </a:pPr>
            <a:r>
              <a:rPr lang="en-US" sz="1200" dirty="0">
                <a:solidFill>
                  <a:srgbClr val="000000"/>
                </a:solidFill>
              </a:rPr>
              <a:t>client apps in DXC:  will use a certificate to acquire access token from AAD to access the GRID API</a:t>
            </a:r>
          </a:p>
          <a:p>
            <a:pPr marL="531019" lvl="2" indent="-228600">
              <a:lnSpc>
                <a:spcPct val="100000"/>
              </a:lnSpc>
              <a:buFont typeface="+mj-lt"/>
              <a:buAutoNum type="arabicPeriod"/>
            </a:pPr>
            <a:r>
              <a:rPr lang="en-US" sz="1200" dirty="0">
                <a:solidFill>
                  <a:srgbClr val="000000"/>
                </a:solidFill>
              </a:rPr>
              <a:t>azure client apps:   azure app will be granted access to the API from within the App Service configuration by registering the App ID</a:t>
            </a:r>
          </a:p>
          <a:p>
            <a:pPr marL="228600" indent="-228600">
              <a:lnSpc>
                <a:spcPct val="100000"/>
              </a:lnSpc>
              <a:buFont typeface="Arial" panose="020B0604020202020204" pitchFamily="34" charset="0"/>
              <a:buChar char="•"/>
            </a:pPr>
            <a:r>
              <a:rPr lang="en-US" sz="1200" dirty="0">
                <a:solidFill>
                  <a:srgbClr val="000000"/>
                </a:solidFill>
              </a:rPr>
              <a:t>Both approaches should seamlessly integrate with APIM</a:t>
            </a:r>
          </a:p>
          <a:p>
            <a:pPr>
              <a:lnSpc>
                <a:spcPct val="100000"/>
              </a:lnSpc>
            </a:pPr>
            <a:endParaRPr lang="en-US" sz="2000" b="1" dirty="0"/>
          </a:p>
        </p:txBody>
      </p:sp>
    </p:spTree>
    <p:extLst>
      <p:ext uri="{BB962C8B-B14F-4D97-AF65-F5344CB8AC3E}">
        <p14:creationId xmlns:p14="http://schemas.microsoft.com/office/powerpoint/2010/main" val="997480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A3CD20-E68F-4DAF-B447-290BE3C7B109}"/>
              </a:ext>
            </a:extLst>
          </p:cNvPr>
          <p:cNvSpPr>
            <a:spLocks noGrp="1"/>
          </p:cNvSpPr>
          <p:nvPr>
            <p:ph type="sldNum" sz="quarter" idx="12"/>
          </p:nvPr>
        </p:nvSpPr>
        <p:spPr/>
        <p:txBody>
          <a:bodyPr/>
          <a:lstStyle/>
          <a:p>
            <a:fld id="{3A5D2E96-09D4-684C-BDED-6024B7F4284C}" type="slidenum">
              <a:rPr lang="en-US" smtClean="0"/>
              <a:pPr/>
              <a:t>10</a:t>
            </a:fld>
            <a:endParaRPr lang="en-US"/>
          </a:p>
        </p:txBody>
      </p:sp>
      <p:sp>
        <p:nvSpPr>
          <p:cNvPr id="4" name="Title 3">
            <a:extLst>
              <a:ext uri="{FF2B5EF4-FFF2-40B4-BE49-F238E27FC236}">
                <a16:creationId xmlns:a16="http://schemas.microsoft.com/office/drawing/2014/main" id="{B6F3D48E-E074-47EF-8AD7-9CBC58B994AD}"/>
              </a:ext>
            </a:extLst>
          </p:cNvPr>
          <p:cNvSpPr>
            <a:spLocks noGrp="1"/>
          </p:cNvSpPr>
          <p:nvPr>
            <p:ph type="title"/>
          </p:nvPr>
        </p:nvSpPr>
        <p:spPr>
          <a:xfrm>
            <a:off x="269158" y="204829"/>
            <a:ext cx="7905263" cy="449141"/>
          </a:xfrm>
        </p:spPr>
        <p:txBody>
          <a:bodyPr/>
          <a:lstStyle/>
          <a:p>
            <a:r>
              <a:rPr lang="en-US" sz="2400" dirty="0"/>
              <a:t>Authorization</a:t>
            </a:r>
          </a:p>
        </p:txBody>
      </p:sp>
      <p:sp>
        <p:nvSpPr>
          <p:cNvPr id="5" name="Text Placeholder 4">
            <a:extLst>
              <a:ext uri="{FF2B5EF4-FFF2-40B4-BE49-F238E27FC236}">
                <a16:creationId xmlns:a16="http://schemas.microsoft.com/office/drawing/2014/main" id="{088AA32D-F556-44B4-972E-D5D4ECC995E8}"/>
              </a:ext>
            </a:extLst>
          </p:cNvPr>
          <p:cNvSpPr>
            <a:spLocks noGrp="1"/>
          </p:cNvSpPr>
          <p:nvPr>
            <p:ph type="body" sz="quarter" idx="13"/>
          </p:nvPr>
        </p:nvSpPr>
        <p:spPr>
          <a:xfrm>
            <a:off x="423214" y="651598"/>
            <a:ext cx="6948752" cy="311037"/>
          </a:xfrm>
        </p:spPr>
        <p:txBody>
          <a:bodyPr/>
          <a:lstStyle/>
          <a:p>
            <a:r>
              <a:rPr lang="en-US" sz="1600" dirty="0"/>
              <a:t> </a:t>
            </a:r>
          </a:p>
        </p:txBody>
      </p:sp>
      <p:sp>
        <p:nvSpPr>
          <p:cNvPr id="6" name="Footer Placeholder 5">
            <a:extLst>
              <a:ext uri="{FF2B5EF4-FFF2-40B4-BE49-F238E27FC236}">
                <a16:creationId xmlns:a16="http://schemas.microsoft.com/office/drawing/2014/main" id="{02A0BDE5-14AF-4322-82B4-F2D01CDBF36C}"/>
              </a:ext>
            </a:extLst>
          </p:cNvPr>
          <p:cNvSpPr>
            <a:spLocks noGrp="1"/>
          </p:cNvSpPr>
          <p:nvPr>
            <p:ph type="ftr" sz="quarter" idx="3"/>
          </p:nvPr>
        </p:nvSpPr>
        <p:spPr/>
        <p:txBody>
          <a:bodyPr/>
          <a:lstStyle/>
          <a:p>
            <a:r>
              <a:rPr lang="en-US"/>
              <a:t>To edit go to: Insert &gt; Header and Footer</a:t>
            </a:r>
            <a:endParaRPr lang="en-US" dirty="0"/>
          </a:p>
        </p:txBody>
      </p:sp>
      <p:sp>
        <p:nvSpPr>
          <p:cNvPr id="9" name="Content Placeholder 1">
            <a:extLst>
              <a:ext uri="{FF2B5EF4-FFF2-40B4-BE49-F238E27FC236}">
                <a16:creationId xmlns:a16="http://schemas.microsoft.com/office/drawing/2014/main" id="{357437D5-7077-4E8E-BF54-899278BE3750}"/>
              </a:ext>
            </a:extLst>
          </p:cNvPr>
          <p:cNvSpPr>
            <a:spLocks noGrp="1"/>
          </p:cNvSpPr>
          <p:nvPr>
            <p:ph idx="1"/>
          </p:nvPr>
        </p:nvSpPr>
        <p:spPr>
          <a:xfrm>
            <a:off x="423214" y="858645"/>
            <a:ext cx="8564714" cy="1173356"/>
          </a:xfrm>
          <a:ln>
            <a:solidFill>
              <a:schemeClr val="tx1"/>
            </a:solidFill>
          </a:ln>
        </p:spPr>
        <p:txBody>
          <a:bodyPr/>
          <a:lstStyle/>
          <a:p>
            <a:pPr>
              <a:lnSpc>
                <a:spcPct val="100000"/>
              </a:lnSpc>
            </a:pPr>
            <a:r>
              <a:rPr lang="en-US" sz="2000" b="1" dirty="0"/>
              <a:t>Observations</a:t>
            </a:r>
          </a:p>
          <a:p>
            <a:pPr marL="171450" indent="-171450">
              <a:lnSpc>
                <a:spcPct val="100000"/>
              </a:lnSpc>
              <a:buFont typeface="Arial" panose="020B0604020202020204" pitchFamily="34" charset="0"/>
              <a:buChar char="•"/>
            </a:pPr>
            <a:r>
              <a:rPr lang="en-US" sz="1200" dirty="0"/>
              <a:t>current implementation uses EAI code provided by client app to authorize requests</a:t>
            </a:r>
          </a:p>
          <a:p>
            <a:pPr marL="171450" indent="-171450">
              <a:lnSpc>
                <a:spcPct val="100000"/>
              </a:lnSpc>
              <a:buFont typeface="Arial" panose="020B0604020202020204" pitchFamily="34" charset="0"/>
              <a:buChar char="•"/>
            </a:pPr>
            <a:r>
              <a:rPr lang="en-US" sz="1200" dirty="0"/>
              <a:t>EAI code as provided by the client making the request cannot be verified as correct</a:t>
            </a:r>
          </a:p>
        </p:txBody>
      </p:sp>
      <p:sp>
        <p:nvSpPr>
          <p:cNvPr id="10" name="Content Placeholder 1">
            <a:extLst>
              <a:ext uri="{FF2B5EF4-FFF2-40B4-BE49-F238E27FC236}">
                <a16:creationId xmlns:a16="http://schemas.microsoft.com/office/drawing/2014/main" id="{CAB4C680-869E-451C-B2FA-7ED816C2CBBF}"/>
              </a:ext>
            </a:extLst>
          </p:cNvPr>
          <p:cNvSpPr txBox="1">
            <a:spLocks/>
          </p:cNvSpPr>
          <p:nvPr/>
        </p:nvSpPr>
        <p:spPr>
          <a:xfrm>
            <a:off x="423214" y="2525486"/>
            <a:ext cx="8564714" cy="3369880"/>
          </a:xfrm>
          <a:prstGeom prst="rect">
            <a:avLst/>
          </a:prstGeom>
          <a:ln>
            <a:solidFill>
              <a:schemeClr val="tx1"/>
            </a:solidFill>
          </a:ln>
        </p:spPr>
        <p:txBody>
          <a:bodyPr vert="horz" lIns="68580" tIns="34290" rIns="68580" bIns="34290" rtlCol="0">
            <a:noAutofit/>
          </a:bodyPr>
          <a:lstStyle>
            <a:lvl1pPr marL="0" indent="0" algn="l" defTabSz="685800" rtl="0" eaLnBrk="1" latinLnBrk="0" hangingPunct="1">
              <a:lnSpc>
                <a:spcPct val="140000"/>
              </a:lnSpc>
              <a:spcBef>
                <a:spcPts val="750"/>
              </a:spcBef>
              <a:buFont typeface="Arial"/>
              <a:buNone/>
              <a:defRPr sz="2200" kern="1200">
                <a:solidFill>
                  <a:schemeClr val="tx1"/>
                </a:solidFill>
                <a:latin typeface="+mn-lt"/>
                <a:ea typeface="+mn-ea"/>
                <a:cs typeface="+mn-cs"/>
              </a:defRPr>
            </a:lvl1pPr>
            <a:lvl2pPr marL="130969" indent="-126206" algn="l" defTabSz="685800" rtl="0" eaLnBrk="1" latinLnBrk="0" hangingPunct="1">
              <a:lnSpc>
                <a:spcPct val="140000"/>
              </a:lnSpc>
              <a:spcBef>
                <a:spcPts val="375"/>
              </a:spcBef>
              <a:buFont typeface="Arial"/>
              <a:buChar char="•"/>
              <a:tabLst/>
              <a:defRPr sz="2200" kern="1200">
                <a:solidFill>
                  <a:schemeClr val="tx1"/>
                </a:solidFill>
                <a:latin typeface="+mn-lt"/>
                <a:ea typeface="+mn-ea"/>
                <a:cs typeface="+mn-cs"/>
              </a:defRPr>
            </a:lvl2pPr>
            <a:lvl3pPr marL="302419" indent="-171450" algn="l" defTabSz="685800" rtl="0" eaLnBrk="1" latinLnBrk="0" hangingPunct="1">
              <a:lnSpc>
                <a:spcPct val="140000"/>
              </a:lnSpc>
              <a:spcBef>
                <a:spcPts val="375"/>
              </a:spcBef>
              <a:buFont typeface=".AppleSystemUIFont" charset="-120"/>
              <a:buChar char="−"/>
              <a:tabLst/>
              <a:defRPr sz="2200" kern="1200">
                <a:solidFill>
                  <a:schemeClr val="tx1"/>
                </a:solidFill>
                <a:latin typeface="+mn-lt"/>
                <a:ea typeface="+mn-ea"/>
                <a:cs typeface="+mn-cs"/>
              </a:defRPr>
            </a:lvl3pPr>
            <a:lvl4pPr marL="428625" indent="-132160" algn="l" defTabSz="685800" rtl="0" eaLnBrk="1" latinLnBrk="0" hangingPunct="1">
              <a:lnSpc>
                <a:spcPct val="140000"/>
              </a:lnSpc>
              <a:spcBef>
                <a:spcPts val="375"/>
              </a:spcBef>
              <a:buFont typeface="Arial"/>
              <a:buChar char="•"/>
              <a:tabLst/>
              <a:defRPr sz="2200" kern="1200">
                <a:solidFill>
                  <a:schemeClr val="tx1"/>
                </a:solidFill>
                <a:latin typeface="+mn-lt"/>
                <a:ea typeface="+mn-ea"/>
                <a:cs typeface="+mn-cs"/>
              </a:defRPr>
            </a:lvl4pPr>
            <a:lvl5pPr marL="560785" indent="-170260" algn="l" defTabSz="685800" rtl="0" eaLnBrk="1" latinLnBrk="0" hangingPunct="1">
              <a:lnSpc>
                <a:spcPct val="140000"/>
              </a:lnSpc>
              <a:spcBef>
                <a:spcPts val="375"/>
              </a:spcBef>
              <a:buFont typeface=".AppleSystemUIFont" charset="-120"/>
              <a:buChar char="−"/>
              <a:tabLst/>
              <a:defRPr sz="2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a:lnSpc>
                <a:spcPct val="100000"/>
              </a:lnSpc>
            </a:pPr>
            <a:r>
              <a:rPr lang="en-US" sz="2000" b="1" dirty="0"/>
              <a:t>Recommendations</a:t>
            </a:r>
          </a:p>
          <a:p>
            <a:pPr marL="171450" lvl="0" indent="-171450">
              <a:lnSpc>
                <a:spcPct val="100000"/>
              </a:lnSpc>
              <a:buFont typeface="Arial" panose="020B0604020202020204" pitchFamily="34" charset="0"/>
              <a:buChar char="•"/>
            </a:pPr>
            <a:r>
              <a:rPr lang="en-US" sz="1200" dirty="0">
                <a:solidFill>
                  <a:srgbClr val="000000"/>
                </a:solidFill>
              </a:rPr>
              <a:t>use client Identity (i.e., App ID) as provided by Azure AD to identify the client </a:t>
            </a:r>
          </a:p>
          <a:p>
            <a:pPr marL="171450" lvl="0" indent="-171450">
              <a:lnSpc>
                <a:spcPct val="100000"/>
              </a:lnSpc>
              <a:buFont typeface="Arial" panose="020B0604020202020204" pitchFamily="34" charset="0"/>
              <a:buChar char="•"/>
            </a:pPr>
            <a:r>
              <a:rPr lang="en-US" sz="1200" dirty="0">
                <a:solidFill>
                  <a:srgbClr val="000000"/>
                </a:solidFill>
              </a:rPr>
              <a:t>map the Client ID to roles via App Services configurations</a:t>
            </a:r>
          </a:p>
          <a:p>
            <a:pPr marL="302419" lvl="1" indent="-171450">
              <a:lnSpc>
                <a:spcPct val="100000"/>
              </a:lnSpc>
              <a:buFont typeface="Arial" panose="020B0604020202020204" pitchFamily="34" charset="0"/>
              <a:buChar char="•"/>
            </a:pPr>
            <a:r>
              <a:rPr lang="en-US" sz="1200" dirty="0">
                <a:solidFill>
                  <a:srgbClr val="000000"/>
                </a:solidFill>
              </a:rPr>
              <a:t>E.g., GRID API Query builder can have a read/write role,  GRID API clients should have read-only roles</a:t>
            </a:r>
          </a:p>
          <a:p>
            <a:pPr marL="171450" lvl="0" indent="-171450">
              <a:lnSpc>
                <a:spcPct val="100000"/>
              </a:lnSpc>
              <a:buFont typeface="Arial" panose="020B0604020202020204" pitchFamily="34" charset="0"/>
              <a:buChar char="•"/>
            </a:pPr>
            <a:r>
              <a:rPr lang="en-US" sz="1200" dirty="0">
                <a:solidFill>
                  <a:srgbClr val="000000"/>
                </a:solidFill>
              </a:rPr>
              <a:t>Query specific authorizations maintained as a mapping from client ID to Query ID</a:t>
            </a:r>
          </a:p>
          <a:p>
            <a:pPr marL="302419" lvl="1" indent="-171450">
              <a:lnSpc>
                <a:spcPct val="100000"/>
              </a:lnSpc>
              <a:buFont typeface="Arial" panose="020B0604020202020204" pitchFamily="34" charset="0"/>
              <a:buChar char="•"/>
            </a:pPr>
            <a:r>
              <a:rPr lang="en-US" sz="1200" dirty="0">
                <a:solidFill>
                  <a:srgbClr val="000000"/>
                </a:solidFill>
              </a:rPr>
              <a:t>MIMC2 connect 2 app has AAD ID:   123456</a:t>
            </a:r>
          </a:p>
          <a:p>
            <a:pPr marL="302419" lvl="1" indent="-171450">
              <a:lnSpc>
                <a:spcPct val="100000"/>
              </a:lnSpc>
              <a:buFont typeface="Arial" panose="020B0604020202020204" pitchFamily="34" charset="0"/>
              <a:buChar char="•"/>
            </a:pPr>
            <a:r>
              <a:rPr lang="en-US" sz="1200" dirty="0">
                <a:solidFill>
                  <a:srgbClr val="000000"/>
                </a:solidFill>
              </a:rPr>
              <a:t>MIMC2 can execute queries Q101 and Q102</a:t>
            </a:r>
          </a:p>
          <a:p>
            <a:pPr>
              <a:lnSpc>
                <a:spcPct val="100000"/>
              </a:lnSpc>
            </a:pPr>
            <a:endParaRPr lang="en-US" sz="2000" b="1" dirty="0"/>
          </a:p>
        </p:txBody>
      </p:sp>
      <p:graphicFrame>
        <p:nvGraphicFramePr>
          <p:cNvPr id="2" name="Table 6">
            <a:extLst>
              <a:ext uri="{FF2B5EF4-FFF2-40B4-BE49-F238E27FC236}">
                <a16:creationId xmlns:a16="http://schemas.microsoft.com/office/drawing/2014/main" id="{9C68A63B-0EE9-4FA9-8A7F-72CDB55660CF}"/>
              </a:ext>
            </a:extLst>
          </p:cNvPr>
          <p:cNvGraphicFramePr>
            <a:graphicFrameLocks noGrp="1"/>
          </p:cNvGraphicFramePr>
          <p:nvPr>
            <p:extLst>
              <p:ext uri="{D42A27DB-BD31-4B8C-83A1-F6EECF244321}">
                <p14:modId xmlns:p14="http://schemas.microsoft.com/office/powerpoint/2010/main" val="150083533"/>
              </p:ext>
            </p:extLst>
          </p:nvPr>
        </p:nvGraphicFramePr>
        <p:xfrm>
          <a:off x="4992381" y="4201956"/>
          <a:ext cx="2039790" cy="777240"/>
        </p:xfrm>
        <a:graphic>
          <a:graphicData uri="http://schemas.openxmlformats.org/drawingml/2006/table">
            <a:tbl>
              <a:tblPr firstRow="1" bandRow="1">
                <a:tableStyleId>{5940675A-B579-460E-94D1-54222C63F5DA}</a:tableStyleId>
              </a:tblPr>
              <a:tblGrid>
                <a:gridCol w="994763">
                  <a:extLst>
                    <a:ext uri="{9D8B030D-6E8A-4147-A177-3AD203B41FA5}">
                      <a16:colId xmlns:a16="http://schemas.microsoft.com/office/drawing/2014/main" val="2282748860"/>
                    </a:ext>
                  </a:extLst>
                </a:gridCol>
                <a:gridCol w="1045027">
                  <a:extLst>
                    <a:ext uri="{9D8B030D-6E8A-4147-A177-3AD203B41FA5}">
                      <a16:colId xmlns:a16="http://schemas.microsoft.com/office/drawing/2014/main" val="608797472"/>
                    </a:ext>
                  </a:extLst>
                </a:gridCol>
              </a:tblGrid>
              <a:tr h="163569">
                <a:tc>
                  <a:txBody>
                    <a:bodyPr/>
                    <a:lstStyle/>
                    <a:p>
                      <a:r>
                        <a:rPr lang="en-US" sz="1100" dirty="0"/>
                        <a:t>Client ID</a:t>
                      </a:r>
                    </a:p>
                  </a:txBody>
                  <a:tcPr/>
                </a:tc>
                <a:tc>
                  <a:txBody>
                    <a:bodyPr/>
                    <a:lstStyle/>
                    <a:p>
                      <a:r>
                        <a:rPr lang="en-US" sz="1100" dirty="0"/>
                        <a:t>Query ID</a:t>
                      </a:r>
                    </a:p>
                  </a:txBody>
                  <a:tcPr/>
                </a:tc>
                <a:extLst>
                  <a:ext uri="{0D108BD9-81ED-4DB2-BD59-A6C34878D82A}">
                    <a16:rowId xmlns:a16="http://schemas.microsoft.com/office/drawing/2014/main" val="239039555"/>
                  </a:ext>
                </a:extLst>
              </a:tr>
              <a:tr h="163569">
                <a:tc>
                  <a:txBody>
                    <a:bodyPr/>
                    <a:lstStyle/>
                    <a:p>
                      <a:r>
                        <a:rPr lang="en-US" sz="1100" dirty="0"/>
                        <a:t>123456</a:t>
                      </a:r>
                    </a:p>
                  </a:txBody>
                  <a:tcPr/>
                </a:tc>
                <a:tc>
                  <a:txBody>
                    <a:bodyPr/>
                    <a:lstStyle/>
                    <a:p>
                      <a:r>
                        <a:rPr lang="en-US" sz="1100" dirty="0"/>
                        <a:t>Q101</a:t>
                      </a:r>
                    </a:p>
                  </a:txBody>
                  <a:tcPr/>
                </a:tc>
                <a:extLst>
                  <a:ext uri="{0D108BD9-81ED-4DB2-BD59-A6C34878D82A}">
                    <a16:rowId xmlns:a16="http://schemas.microsoft.com/office/drawing/2014/main" val="3074205651"/>
                  </a:ext>
                </a:extLst>
              </a:tr>
              <a:tr h="163569">
                <a:tc>
                  <a:txBody>
                    <a:bodyPr/>
                    <a:lstStyle/>
                    <a:p>
                      <a:r>
                        <a:rPr lang="en-US" sz="1100" dirty="0"/>
                        <a:t>123456</a:t>
                      </a:r>
                    </a:p>
                  </a:txBody>
                  <a:tcPr/>
                </a:tc>
                <a:tc>
                  <a:txBody>
                    <a:bodyPr/>
                    <a:lstStyle/>
                    <a:p>
                      <a:r>
                        <a:rPr lang="en-US" sz="1100" dirty="0"/>
                        <a:t>Q102</a:t>
                      </a:r>
                    </a:p>
                  </a:txBody>
                  <a:tcPr/>
                </a:tc>
                <a:extLst>
                  <a:ext uri="{0D108BD9-81ED-4DB2-BD59-A6C34878D82A}">
                    <a16:rowId xmlns:a16="http://schemas.microsoft.com/office/drawing/2014/main" val="2810672650"/>
                  </a:ext>
                </a:extLst>
              </a:tr>
            </a:tbl>
          </a:graphicData>
        </a:graphic>
      </p:graphicFrame>
    </p:spTree>
    <p:extLst>
      <p:ext uri="{BB962C8B-B14F-4D97-AF65-F5344CB8AC3E}">
        <p14:creationId xmlns:p14="http://schemas.microsoft.com/office/powerpoint/2010/main" val="1098042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A3CD20-E68F-4DAF-B447-290BE3C7B109}"/>
              </a:ext>
            </a:extLst>
          </p:cNvPr>
          <p:cNvSpPr>
            <a:spLocks noGrp="1"/>
          </p:cNvSpPr>
          <p:nvPr>
            <p:ph type="sldNum" sz="quarter" idx="12"/>
          </p:nvPr>
        </p:nvSpPr>
        <p:spPr/>
        <p:txBody>
          <a:bodyPr/>
          <a:lstStyle/>
          <a:p>
            <a:fld id="{3A5D2E96-09D4-684C-BDED-6024B7F4284C}" type="slidenum">
              <a:rPr lang="en-US" smtClean="0"/>
              <a:pPr/>
              <a:t>11</a:t>
            </a:fld>
            <a:endParaRPr lang="en-US"/>
          </a:p>
        </p:txBody>
      </p:sp>
      <p:sp>
        <p:nvSpPr>
          <p:cNvPr id="4" name="Title 3">
            <a:extLst>
              <a:ext uri="{FF2B5EF4-FFF2-40B4-BE49-F238E27FC236}">
                <a16:creationId xmlns:a16="http://schemas.microsoft.com/office/drawing/2014/main" id="{B6F3D48E-E074-47EF-8AD7-9CBC58B994AD}"/>
              </a:ext>
            </a:extLst>
          </p:cNvPr>
          <p:cNvSpPr>
            <a:spLocks noGrp="1"/>
          </p:cNvSpPr>
          <p:nvPr>
            <p:ph type="title"/>
          </p:nvPr>
        </p:nvSpPr>
        <p:spPr>
          <a:xfrm>
            <a:off x="269158" y="204829"/>
            <a:ext cx="7905263" cy="449141"/>
          </a:xfrm>
        </p:spPr>
        <p:txBody>
          <a:bodyPr/>
          <a:lstStyle/>
          <a:p>
            <a:r>
              <a:rPr lang="en-US" sz="2400" dirty="0"/>
              <a:t>Data Model</a:t>
            </a:r>
          </a:p>
        </p:txBody>
      </p:sp>
      <p:sp>
        <p:nvSpPr>
          <p:cNvPr id="5" name="Text Placeholder 4">
            <a:extLst>
              <a:ext uri="{FF2B5EF4-FFF2-40B4-BE49-F238E27FC236}">
                <a16:creationId xmlns:a16="http://schemas.microsoft.com/office/drawing/2014/main" id="{088AA32D-F556-44B4-972E-D5D4ECC995E8}"/>
              </a:ext>
            </a:extLst>
          </p:cNvPr>
          <p:cNvSpPr>
            <a:spLocks noGrp="1"/>
          </p:cNvSpPr>
          <p:nvPr>
            <p:ph type="body" sz="quarter" idx="13"/>
          </p:nvPr>
        </p:nvSpPr>
        <p:spPr>
          <a:xfrm>
            <a:off x="423214" y="651598"/>
            <a:ext cx="6948752" cy="311037"/>
          </a:xfrm>
        </p:spPr>
        <p:txBody>
          <a:bodyPr/>
          <a:lstStyle/>
          <a:p>
            <a:r>
              <a:rPr lang="en-US" sz="1600" dirty="0"/>
              <a:t> </a:t>
            </a:r>
          </a:p>
        </p:txBody>
      </p:sp>
      <p:sp>
        <p:nvSpPr>
          <p:cNvPr id="6" name="Footer Placeholder 5">
            <a:extLst>
              <a:ext uri="{FF2B5EF4-FFF2-40B4-BE49-F238E27FC236}">
                <a16:creationId xmlns:a16="http://schemas.microsoft.com/office/drawing/2014/main" id="{02A0BDE5-14AF-4322-82B4-F2D01CDBF36C}"/>
              </a:ext>
            </a:extLst>
          </p:cNvPr>
          <p:cNvSpPr>
            <a:spLocks noGrp="1"/>
          </p:cNvSpPr>
          <p:nvPr>
            <p:ph type="ftr" sz="quarter" idx="3"/>
          </p:nvPr>
        </p:nvSpPr>
        <p:spPr/>
        <p:txBody>
          <a:bodyPr/>
          <a:lstStyle/>
          <a:p>
            <a:r>
              <a:rPr lang="en-US"/>
              <a:t>To edit go to: Insert &gt; Header and Footer</a:t>
            </a:r>
            <a:endParaRPr lang="en-US" dirty="0"/>
          </a:p>
        </p:txBody>
      </p:sp>
      <p:sp>
        <p:nvSpPr>
          <p:cNvPr id="9" name="Content Placeholder 1">
            <a:extLst>
              <a:ext uri="{FF2B5EF4-FFF2-40B4-BE49-F238E27FC236}">
                <a16:creationId xmlns:a16="http://schemas.microsoft.com/office/drawing/2014/main" id="{922AA286-9E4F-437A-AEF7-DEEEF1A334B4}"/>
              </a:ext>
            </a:extLst>
          </p:cNvPr>
          <p:cNvSpPr>
            <a:spLocks noGrp="1"/>
          </p:cNvSpPr>
          <p:nvPr>
            <p:ph idx="1"/>
          </p:nvPr>
        </p:nvSpPr>
        <p:spPr>
          <a:xfrm>
            <a:off x="423214" y="858644"/>
            <a:ext cx="8564714" cy="2219093"/>
          </a:xfrm>
          <a:ln>
            <a:solidFill>
              <a:schemeClr val="tx1"/>
            </a:solidFill>
          </a:ln>
        </p:spPr>
        <p:txBody>
          <a:bodyPr/>
          <a:lstStyle/>
          <a:p>
            <a:pPr>
              <a:lnSpc>
                <a:spcPct val="100000"/>
              </a:lnSpc>
            </a:pPr>
            <a:r>
              <a:rPr lang="en-US" sz="2000" b="1" dirty="0"/>
              <a:t>Observations</a:t>
            </a:r>
          </a:p>
          <a:p>
            <a:pPr marL="171450" indent="-171450">
              <a:lnSpc>
                <a:spcPct val="100000"/>
              </a:lnSpc>
              <a:buFont typeface="Arial" panose="020B0604020202020204" pitchFamily="34" charset="0"/>
              <a:buChar char="•"/>
            </a:pPr>
            <a:r>
              <a:rPr lang="en-US" sz="1200" dirty="0"/>
              <a:t>Multiple tables (4) need to be updated to onboard a single query definition</a:t>
            </a:r>
          </a:p>
          <a:p>
            <a:pPr marL="302419" lvl="1" indent="-171450">
              <a:lnSpc>
                <a:spcPct val="100000"/>
              </a:lnSpc>
              <a:buFont typeface="Arial" panose="020B0604020202020204" pitchFamily="34" charset="0"/>
              <a:buChar char="•"/>
            </a:pPr>
            <a:r>
              <a:rPr lang="en-US" sz="1200" dirty="0" err="1">
                <a:solidFill>
                  <a:srgbClr val="000000"/>
                </a:solidFill>
              </a:rPr>
              <a:t>e.g</a:t>
            </a:r>
            <a:r>
              <a:rPr lang="en-US" sz="1200" dirty="0">
                <a:solidFill>
                  <a:srgbClr val="000000"/>
                </a:solidFill>
              </a:rPr>
              <a:t> </a:t>
            </a:r>
            <a:r>
              <a:rPr lang="en-US" sz="1200" dirty="0" err="1">
                <a:solidFill>
                  <a:srgbClr val="000000"/>
                </a:solidFill>
              </a:rPr>
              <a:t>TDatabricknNotebook</a:t>
            </a:r>
            <a:r>
              <a:rPr lang="en-US" sz="1200" dirty="0">
                <a:solidFill>
                  <a:srgbClr val="000000"/>
                </a:solidFill>
              </a:rPr>
              <a:t>, </a:t>
            </a:r>
            <a:r>
              <a:rPr lang="en-US" sz="1200" dirty="0" err="1">
                <a:solidFill>
                  <a:srgbClr val="000000"/>
                </a:solidFill>
              </a:rPr>
              <a:t>TADFPipeline</a:t>
            </a:r>
            <a:r>
              <a:rPr lang="en-US" sz="1200" dirty="0">
                <a:solidFill>
                  <a:srgbClr val="000000"/>
                </a:solidFill>
              </a:rPr>
              <a:t>, others.... – have same data in each row, only thing that changes is query ID</a:t>
            </a:r>
            <a:endParaRPr lang="en-US" sz="1200" dirty="0"/>
          </a:p>
          <a:p>
            <a:pPr marL="171450" indent="-171450">
              <a:lnSpc>
                <a:spcPct val="100000"/>
              </a:lnSpc>
              <a:buFont typeface="Arial" panose="020B0604020202020204" pitchFamily="34" charset="0"/>
              <a:buChar char="•"/>
            </a:pPr>
            <a:r>
              <a:rPr lang="en-US" sz="1200" dirty="0"/>
              <a:t>Each separate request is not stored as a separate record in Query Instance table</a:t>
            </a:r>
          </a:p>
          <a:p>
            <a:pPr marL="302419" lvl="1" indent="-171450">
              <a:lnSpc>
                <a:spcPct val="100000"/>
              </a:lnSpc>
              <a:buFont typeface="Arial" panose="020B0604020202020204" pitchFamily="34" charset="0"/>
              <a:buChar char="•"/>
            </a:pPr>
            <a:r>
              <a:rPr lang="en-US" sz="1200" dirty="0"/>
              <a:t>separate requests stored in an attribute of the table in an embedded JSON list</a:t>
            </a:r>
          </a:p>
          <a:p>
            <a:pPr>
              <a:lnSpc>
                <a:spcPct val="100000"/>
              </a:lnSpc>
            </a:pPr>
            <a:endParaRPr lang="en-US" sz="1200" dirty="0"/>
          </a:p>
        </p:txBody>
      </p:sp>
      <p:sp>
        <p:nvSpPr>
          <p:cNvPr id="10" name="Content Placeholder 1">
            <a:extLst>
              <a:ext uri="{FF2B5EF4-FFF2-40B4-BE49-F238E27FC236}">
                <a16:creationId xmlns:a16="http://schemas.microsoft.com/office/drawing/2014/main" id="{BA588776-2641-424B-8A00-E67FDB029ABB}"/>
              </a:ext>
            </a:extLst>
          </p:cNvPr>
          <p:cNvSpPr txBox="1">
            <a:spLocks/>
          </p:cNvSpPr>
          <p:nvPr/>
        </p:nvSpPr>
        <p:spPr>
          <a:xfrm>
            <a:off x="423214" y="3166946"/>
            <a:ext cx="8564714" cy="2728420"/>
          </a:xfrm>
          <a:prstGeom prst="rect">
            <a:avLst/>
          </a:prstGeom>
          <a:ln>
            <a:solidFill>
              <a:schemeClr val="tx1"/>
            </a:solidFill>
          </a:ln>
        </p:spPr>
        <p:txBody>
          <a:bodyPr vert="horz" lIns="68580" tIns="34290" rIns="68580" bIns="34290" rtlCol="0">
            <a:noAutofit/>
          </a:bodyPr>
          <a:lstStyle>
            <a:lvl1pPr marL="0" indent="0" algn="l" defTabSz="685800" rtl="0" eaLnBrk="1" latinLnBrk="0" hangingPunct="1">
              <a:lnSpc>
                <a:spcPct val="140000"/>
              </a:lnSpc>
              <a:spcBef>
                <a:spcPts val="750"/>
              </a:spcBef>
              <a:buFont typeface="Arial"/>
              <a:buNone/>
              <a:defRPr sz="2200" kern="1200">
                <a:solidFill>
                  <a:schemeClr val="tx1"/>
                </a:solidFill>
                <a:latin typeface="+mn-lt"/>
                <a:ea typeface="+mn-ea"/>
                <a:cs typeface="+mn-cs"/>
              </a:defRPr>
            </a:lvl1pPr>
            <a:lvl2pPr marL="130969" indent="-126206" algn="l" defTabSz="685800" rtl="0" eaLnBrk="1" latinLnBrk="0" hangingPunct="1">
              <a:lnSpc>
                <a:spcPct val="140000"/>
              </a:lnSpc>
              <a:spcBef>
                <a:spcPts val="375"/>
              </a:spcBef>
              <a:buFont typeface="Arial"/>
              <a:buChar char="•"/>
              <a:tabLst/>
              <a:defRPr sz="2200" kern="1200">
                <a:solidFill>
                  <a:schemeClr val="tx1"/>
                </a:solidFill>
                <a:latin typeface="+mn-lt"/>
                <a:ea typeface="+mn-ea"/>
                <a:cs typeface="+mn-cs"/>
              </a:defRPr>
            </a:lvl2pPr>
            <a:lvl3pPr marL="302419" indent="-171450" algn="l" defTabSz="685800" rtl="0" eaLnBrk="1" latinLnBrk="0" hangingPunct="1">
              <a:lnSpc>
                <a:spcPct val="140000"/>
              </a:lnSpc>
              <a:spcBef>
                <a:spcPts val="375"/>
              </a:spcBef>
              <a:buFont typeface=".AppleSystemUIFont" charset="-120"/>
              <a:buChar char="−"/>
              <a:tabLst/>
              <a:defRPr sz="2200" kern="1200">
                <a:solidFill>
                  <a:schemeClr val="tx1"/>
                </a:solidFill>
                <a:latin typeface="+mn-lt"/>
                <a:ea typeface="+mn-ea"/>
                <a:cs typeface="+mn-cs"/>
              </a:defRPr>
            </a:lvl3pPr>
            <a:lvl4pPr marL="428625" indent="-132160" algn="l" defTabSz="685800" rtl="0" eaLnBrk="1" latinLnBrk="0" hangingPunct="1">
              <a:lnSpc>
                <a:spcPct val="140000"/>
              </a:lnSpc>
              <a:spcBef>
                <a:spcPts val="375"/>
              </a:spcBef>
              <a:buFont typeface="Arial"/>
              <a:buChar char="•"/>
              <a:tabLst/>
              <a:defRPr sz="2200" kern="1200">
                <a:solidFill>
                  <a:schemeClr val="tx1"/>
                </a:solidFill>
                <a:latin typeface="+mn-lt"/>
                <a:ea typeface="+mn-ea"/>
                <a:cs typeface="+mn-cs"/>
              </a:defRPr>
            </a:lvl4pPr>
            <a:lvl5pPr marL="560785" indent="-170260" algn="l" defTabSz="685800" rtl="0" eaLnBrk="1" latinLnBrk="0" hangingPunct="1">
              <a:lnSpc>
                <a:spcPct val="140000"/>
              </a:lnSpc>
              <a:spcBef>
                <a:spcPts val="375"/>
              </a:spcBef>
              <a:buFont typeface=".AppleSystemUIFont" charset="-120"/>
              <a:buChar char="−"/>
              <a:tabLst/>
              <a:defRPr sz="2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a:lnSpc>
                <a:spcPct val="100000"/>
              </a:lnSpc>
            </a:pPr>
            <a:r>
              <a:rPr lang="en-US" sz="2000" b="1" dirty="0"/>
              <a:t>Recommendations</a:t>
            </a:r>
          </a:p>
          <a:p>
            <a:pPr marL="171450" lvl="0" indent="-171450">
              <a:lnSpc>
                <a:spcPct val="100000"/>
              </a:lnSpc>
              <a:buFont typeface="Arial" panose="020B0604020202020204" pitchFamily="34" charset="0"/>
              <a:buChar char="•"/>
            </a:pPr>
            <a:r>
              <a:rPr lang="en-US" sz="1200" dirty="0">
                <a:solidFill>
                  <a:srgbClr val="000000"/>
                </a:solidFill>
              </a:rPr>
              <a:t>refactor data model to eliminate/consolidate unnecessary tables (</a:t>
            </a:r>
            <a:r>
              <a:rPr lang="en-US" sz="1200" dirty="0" err="1">
                <a:solidFill>
                  <a:srgbClr val="000000"/>
                </a:solidFill>
              </a:rPr>
              <a:t>TDatabricknNotebook</a:t>
            </a:r>
            <a:r>
              <a:rPr lang="en-US" sz="1200" dirty="0">
                <a:solidFill>
                  <a:srgbClr val="000000"/>
                </a:solidFill>
              </a:rPr>
              <a:t>, </a:t>
            </a:r>
            <a:r>
              <a:rPr lang="en-US" sz="1200" dirty="0" err="1">
                <a:solidFill>
                  <a:srgbClr val="000000"/>
                </a:solidFill>
              </a:rPr>
              <a:t>TADFPipeline</a:t>
            </a:r>
            <a:r>
              <a:rPr lang="en-US" sz="1200" dirty="0">
                <a:solidFill>
                  <a:srgbClr val="000000"/>
                </a:solidFill>
              </a:rPr>
              <a:t>, ...)</a:t>
            </a:r>
          </a:p>
          <a:p>
            <a:pPr marL="171450" lvl="0" indent="-171450">
              <a:lnSpc>
                <a:spcPct val="100000"/>
              </a:lnSpc>
              <a:buFont typeface="Arial" panose="020B0604020202020204" pitchFamily="34" charset="0"/>
              <a:buChar char="•"/>
            </a:pPr>
            <a:r>
              <a:rPr lang="en-US" sz="1200" dirty="0">
                <a:solidFill>
                  <a:srgbClr val="000000"/>
                </a:solidFill>
              </a:rPr>
              <a:t>make sure to centralize any environment-specific configurations into one place</a:t>
            </a:r>
          </a:p>
          <a:p>
            <a:pPr marL="171450" lvl="0" indent="-171450">
              <a:lnSpc>
                <a:spcPct val="100000"/>
              </a:lnSpc>
              <a:buFont typeface="Arial" panose="020B0604020202020204" pitchFamily="34" charset="0"/>
              <a:buChar char="•"/>
            </a:pPr>
            <a:r>
              <a:rPr lang="en-US" sz="1200" dirty="0">
                <a:solidFill>
                  <a:srgbClr val="000000"/>
                </a:solidFill>
              </a:rPr>
              <a:t>in line with the API, each request should be stored as a separate entity with its own unique ID</a:t>
            </a:r>
          </a:p>
          <a:p>
            <a:pPr>
              <a:lnSpc>
                <a:spcPct val="100000"/>
              </a:lnSpc>
            </a:pPr>
            <a:endParaRPr lang="en-US" sz="2000" b="1" dirty="0"/>
          </a:p>
        </p:txBody>
      </p:sp>
      <p:sp>
        <p:nvSpPr>
          <p:cNvPr id="2" name="Rectangle 1">
            <a:extLst>
              <a:ext uri="{FF2B5EF4-FFF2-40B4-BE49-F238E27FC236}">
                <a16:creationId xmlns:a16="http://schemas.microsoft.com/office/drawing/2014/main" id="{B1F9629A-8207-441C-A4A0-2BBE88210F41}"/>
              </a:ext>
            </a:extLst>
          </p:cNvPr>
          <p:cNvSpPr/>
          <p:nvPr/>
        </p:nvSpPr>
        <p:spPr>
          <a:xfrm>
            <a:off x="2156984" y="2552956"/>
            <a:ext cx="4572085" cy="307777"/>
          </a:xfrm>
          <a:prstGeom prst="rect">
            <a:avLst/>
          </a:prstGeom>
          <a:solidFill>
            <a:schemeClr val="bg1">
              <a:lumMod val="85000"/>
            </a:schemeClr>
          </a:solidFill>
        </p:spPr>
        <p:txBody>
          <a:bodyPr wrap="none">
            <a:spAutoFit/>
          </a:bodyPr>
          <a:lstStyle/>
          <a:p>
            <a:pPr>
              <a:lnSpc>
                <a:spcPct val="100000"/>
              </a:lnSpc>
            </a:pPr>
            <a:r>
              <a:rPr lang="en-US" i="1" dirty="0">
                <a:solidFill>
                  <a:srgbClr val="000000"/>
                </a:solidFill>
              </a:rPr>
              <a:t>was a data modeler involved in designing these tables?</a:t>
            </a:r>
          </a:p>
        </p:txBody>
      </p:sp>
    </p:spTree>
    <p:extLst>
      <p:ext uri="{BB962C8B-B14F-4D97-AF65-F5344CB8AC3E}">
        <p14:creationId xmlns:p14="http://schemas.microsoft.com/office/powerpoint/2010/main" val="1957225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A3CD20-E68F-4DAF-B447-290BE3C7B109}"/>
              </a:ext>
            </a:extLst>
          </p:cNvPr>
          <p:cNvSpPr>
            <a:spLocks noGrp="1"/>
          </p:cNvSpPr>
          <p:nvPr>
            <p:ph type="sldNum" sz="quarter" idx="12"/>
          </p:nvPr>
        </p:nvSpPr>
        <p:spPr/>
        <p:txBody>
          <a:bodyPr/>
          <a:lstStyle/>
          <a:p>
            <a:fld id="{3A5D2E96-09D4-684C-BDED-6024B7F4284C}" type="slidenum">
              <a:rPr lang="en-US" smtClean="0"/>
              <a:pPr/>
              <a:t>12</a:t>
            </a:fld>
            <a:endParaRPr lang="en-US"/>
          </a:p>
        </p:txBody>
      </p:sp>
      <p:sp>
        <p:nvSpPr>
          <p:cNvPr id="4" name="Title 3">
            <a:extLst>
              <a:ext uri="{FF2B5EF4-FFF2-40B4-BE49-F238E27FC236}">
                <a16:creationId xmlns:a16="http://schemas.microsoft.com/office/drawing/2014/main" id="{B6F3D48E-E074-47EF-8AD7-9CBC58B994AD}"/>
              </a:ext>
            </a:extLst>
          </p:cNvPr>
          <p:cNvSpPr>
            <a:spLocks noGrp="1"/>
          </p:cNvSpPr>
          <p:nvPr>
            <p:ph type="title"/>
          </p:nvPr>
        </p:nvSpPr>
        <p:spPr>
          <a:xfrm>
            <a:off x="269158" y="204829"/>
            <a:ext cx="7905263" cy="449141"/>
          </a:xfrm>
        </p:spPr>
        <p:txBody>
          <a:bodyPr/>
          <a:lstStyle/>
          <a:p>
            <a:r>
              <a:rPr lang="en-US" sz="2400" dirty="0"/>
              <a:t>Onboarding</a:t>
            </a:r>
          </a:p>
        </p:txBody>
      </p:sp>
      <p:sp>
        <p:nvSpPr>
          <p:cNvPr id="5" name="Text Placeholder 4">
            <a:extLst>
              <a:ext uri="{FF2B5EF4-FFF2-40B4-BE49-F238E27FC236}">
                <a16:creationId xmlns:a16="http://schemas.microsoft.com/office/drawing/2014/main" id="{088AA32D-F556-44B4-972E-D5D4ECC995E8}"/>
              </a:ext>
            </a:extLst>
          </p:cNvPr>
          <p:cNvSpPr>
            <a:spLocks noGrp="1"/>
          </p:cNvSpPr>
          <p:nvPr>
            <p:ph type="body" sz="quarter" idx="13"/>
          </p:nvPr>
        </p:nvSpPr>
        <p:spPr>
          <a:xfrm>
            <a:off x="423214" y="651598"/>
            <a:ext cx="6948752" cy="311037"/>
          </a:xfrm>
        </p:spPr>
        <p:txBody>
          <a:bodyPr/>
          <a:lstStyle/>
          <a:p>
            <a:r>
              <a:rPr lang="en-US" sz="1600" dirty="0"/>
              <a:t> </a:t>
            </a:r>
          </a:p>
        </p:txBody>
      </p:sp>
      <p:sp>
        <p:nvSpPr>
          <p:cNvPr id="6" name="Footer Placeholder 5">
            <a:extLst>
              <a:ext uri="{FF2B5EF4-FFF2-40B4-BE49-F238E27FC236}">
                <a16:creationId xmlns:a16="http://schemas.microsoft.com/office/drawing/2014/main" id="{02A0BDE5-14AF-4322-82B4-F2D01CDBF36C}"/>
              </a:ext>
            </a:extLst>
          </p:cNvPr>
          <p:cNvSpPr>
            <a:spLocks noGrp="1"/>
          </p:cNvSpPr>
          <p:nvPr>
            <p:ph type="ftr" sz="quarter" idx="3"/>
          </p:nvPr>
        </p:nvSpPr>
        <p:spPr/>
        <p:txBody>
          <a:bodyPr/>
          <a:lstStyle/>
          <a:p>
            <a:r>
              <a:rPr lang="en-US"/>
              <a:t>To edit go to: Insert &gt; Header and Footer</a:t>
            </a:r>
            <a:endParaRPr lang="en-US" dirty="0"/>
          </a:p>
        </p:txBody>
      </p:sp>
      <p:sp>
        <p:nvSpPr>
          <p:cNvPr id="9" name="Content Placeholder 1">
            <a:extLst>
              <a:ext uri="{FF2B5EF4-FFF2-40B4-BE49-F238E27FC236}">
                <a16:creationId xmlns:a16="http://schemas.microsoft.com/office/drawing/2014/main" id="{0FADB3EA-606D-4364-AA2C-79BD4CA43A84}"/>
              </a:ext>
            </a:extLst>
          </p:cNvPr>
          <p:cNvSpPr>
            <a:spLocks noGrp="1"/>
          </p:cNvSpPr>
          <p:nvPr>
            <p:ph idx="1"/>
          </p:nvPr>
        </p:nvSpPr>
        <p:spPr>
          <a:xfrm>
            <a:off x="423214" y="858645"/>
            <a:ext cx="8564714" cy="1788324"/>
          </a:xfrm>
          <a:ln>
            <a:solidFill>
              <a:schemeClr val="tx1"/>
            </a:solidFill>
          </a:ln>
        </p:spPr>
        <p:txBody>
          <a:bodyPr/>
          <a:lstStyle/>
          <a:p>
            <a:pPr>
              <a:lnSpc>
                <a:spcPct val="100000"/>
              </a:lnSpc>
            </a:pPr>
            <a:r>
              <a:rPr lang="en-US" sz="2000" b="1" dirty="0"/>
              <a:t>Observations</a:t>
            </a:r>
          </a:p>
          <a:p>
            <a:pPr marL="171450" indent="-171450">
              <a:lnSpc>
                <a:spcPct val="100000"/>
              </a:lnSpc>
              <a:buFont typeface="Arial" panose="020B0604020202020204" pitchFamily="34" charset="0"/>
              <a:buChar char="•"/>
            </a:pPr>
            <a:r>
              <a:rPr lang="en-US" sz="1200" dirty="0"/>
              <a:t>Onboarding a new DALFI client application</a:t>
            </a:r>
          </a:p>
          <a:p>
            <a:pPr marL="302419" lvl="1" indent="-171450">
              <a:lnSpc>
                <a:spcPct val="100000"/>
              </a:lnSpc>
              <a:buFont typeface="Arial" panose="020B0604020202020204" pitchFamily="34" charset="0"/>
              <a:buChar char="•"/>
            </a:pPr>
            <a:r>
              <a:rPr lang="en-US" sz="1200" dirty="0"/>
              <a:t>seems to be challenging with certificate setup &amp; testing</a:t>
            </a:r>
          </a:p>
          <a:p>
            <a:pPr marL="171450" indent="-171450">
              <a:lnSpc>
                <a:spcPct val="100000"/>
              </a:lnSpc>
              <a:buFont typeface="Arial" panose="020B0604020202020204" pitchFamily="34" charset="0"/>
              <a:buChar char="•"/>
            </a:pPr>
            <a:r>
              <a:rPr lang="en-US" sz="1200" dirty="0"/>
              <a:t>Onboarding a new query or modifying an existing query requires:</a:t>
            </a:r>
          </a:p>
          <a:p>
            <a:pPr marL="302419" lvl="1" indent="-171450">
              <a:lnSpc>
                <a:spcPct val="100000"/>
              </a:lnSpc>
              <a:buFont typeface="Arial" panose="020B0604020202020204" pitchFamily="34" charset="0"/>
              <a:buChar char="•"/>
            </a:pPr>
            <a:r>
              <a:rPr lang="en-US" sz="1200" dirty="0"/>
              <a:t>multiple database table changes</a:t>
            </a:r>
          </a:p>
          <a:p>
            <a:pPr marL="302419" lvl="1" indent="-171450">
              <a:lnSpc>
                <a:spcPct val="100000"/>
              </a:lnSpc>
              <a:buFont typeface="Arial" panose="020B0604020202020204" pitchFamily="34" charset="0"/>
              <a:buChar char="•"/>
            </a:pPr>
            <a:r>
              <a:rPr lang="en-US" sz="1200" dirty="0"/>
              <a:t>development of a proof orchestration to generate events when a query is ready to be consumed</a:t>
            </a:r>
          </a:p>
        </p:txBody>
      </p:sp>
      <p:sp>
        <p:nvSpPr>
          <p:cNvPr id="10" name="Content Placeholder 1">
            <a:extLst>
              <a:ext uri="{FF2B5EF4-FFF2-40B4-BE49-F238E27FC236}">
                <a16:creationId xmlns:a16="http://schemas.microsoft.com/office/drawing/2014/main" id="{2BE2A3C3-2CE7-4A57-8B55-DC9A62A7CAF4}"/>
              </a:ext>
            </a:extLst>
          </p:cNvPr>
          <p:cNvSpPr txBox="1">
            <a:spLocks/>
          </p:cNvSpPr>
          <p:nvPr/>
        </p:nvSpPr>
        <p:spPr>
          <a:xfrm>
            <a:off x="423214" y="2832097"/>
            <a:ext cx="8564714" cy="3583245"/>
          </a:xfrm>
          <a:prstGeom prst="rect">
            <a:avLst/>
          </a:prstGeom>
          <a:ln>
            <a:solidFill>
              <a:schemeClr val="tx1"/>
            </a:solidFill>
          </a:ln>
        </p:spPr>
        <p:txBody>
          <a:bodyPr vert="horz" lIns="68580" tIns="34290" rIns="68580" bIns="34290" rtlCol="0">
            <a:noAutofit/>
          </a:bodyPr>
          <a:lstStyle>
            <a:lvl1pPr marL="0" indent="0" algn="l" defTabSz="685800" rtl="0" eaLnBrk="1" latinLnBrk="0" hangingPunct="1">
              <a:lnSpc>
                <a:spcPct val="140000"/>
              </a:lnSpc>
              <a:spcBef>
                <a:spcPts val="750"/>
              </a:spcBef>
              <a:buFont typeface="Arial"/>
              <a:buNone/>
              <a:defRPr sz="2200" kern="1200">
                <a:solidFill>
                  <a:schemeClr val="tx1"/>
                </a:solidFill>
                <a:latin typeface="+mn-lt"/>
                <a:ea typeface="+mn-ea"/>
                <a:cs typeface="+mn-cs"/>
              </a:defRPr>
            </a:lvl1pPr>
            <a:lvl2pPr marL="130969" indent="-126206" algn="l" defTabSz="685800" rtl="0" eaLnBrk="1" latinLnBrk="0" hangingPunct="1">
              <a:lnSpc>
                <a:spcPct val="140000"/>
              </a:lnSpc>
              <a:spcBef>
                <a:spcPts val="375"/>
              </a:spcBef>
              <a:buFont typeface="Arial"/>
              <a:buChar char="•"/>
              <a:tabLst/>
              <a:defRPr sz="2200" kern="1200">
                <a:solidFill>
                  <a:schemeClr val="tx1"/>
                </a:solidFill>
                <a:latin typeface="+mn-lt"/>
                <a:ea typeface="+mn-ea"/>
                <a:cs typeface="+mn-cs"/>
              </a:defRPr>
            </a:lvl2pPr>
            <a:lvl3pPr marL="302419" indent="-171450" algn="l" defTabSz="685800" rtl="0" eaLnBrk="1" latinLnBrk="0" hangingPunct="1">
              <a:lnSpc>
                <a:spcPct val="140000"/>
              </a:lnSpc>
              <a:spcBef>
                <a:spcPts val="375"/>
              </a:spcBef>
              <a:buFont typeface=".AppleSystemUIFont" charset="-120"/>
              <a:buChar char="−"/>
              <a:tabLst/>
              <a:defRPr sz="2200" kern="1200">
                <a:solidFill>
                  <a:schemeClr val="tx1"/>
                </a:solidFill>
                <a:latin typeface="+mn-lt"/>
                <a:ea typeface="+mn-ea"/>
                <a:cs typeface="+mn-cs"/>
              </a:defRPr>
            </a:lvl3pPr>
            <a:lvl4pPr marL="428625" indent="-132160" algn="l" defTabSz="685800" rtl="0" eaLnBrk="1" latinLnBrk="0" hangingPunct="1">
              <a:lnSpc>
                <a:spcPct val="140000"/>
              </a:lnSpc>
              <a:spcBef>
                <a:spcPts val="375"/>
              </a:spcBef>
              <a:buFont typeface="Arial"/>
              <a:buChar char="•"/>
              <a:tabLst/>
              <a:defRPr sz="2200" kern="1200">
                <a:solidFill>
                  <a:schemeClr val="tx1"/>
                </a:solidFill>
                <a:latin typeface="+mn-lt"/>
                <a:ea typeface="+mn-ea"/>
                <a:cs typeface="+mn-cs"/>
              </a:defRPr>
            </a:lvl4pPr>
            <a:lvl5pPr marL="560785" indent="-170260" algn="l" defTabSz="685800" rtl="0" eaLnBrk="1" latinLnBrk="0" hangingPunct="1">
              <a:lnSpc>
                <a:spcPct val="140000"/>
              </a:lnSpc>
              <a:spcBef>
                <a:spcPts val="375"/>
              </a:spcBef>
              <a:buFont typeface=".AppleSystemUIFont" charset="-120"/>
              <a:buChar char="−"/>
              <a:tabLst/>
              <a:defRPr sz="2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a:lnSpc>
                <a:spcPct val="100000"/>
              </a:lnSpc>
            </a:pPr>
            <a:r>
              <a:rPr lang="en-US" sz="2000" b="1" dirty="0"/>
              <a:t>Recommendations</a:t>
            </a:r>
          </a:p>
          <a:p>
            <a:pPr marL="171450" lvl="0" indent="-171450">
              <a:lnSpc>
                <a:spcPct val="100000"/>
              </a:lnSpc>
              <a:buFont typeface="Arial" panose="020B0604020202020204" pitchFamily="34" charset="0"/>
              <a:buChar char="•"/>
            </a:pPr>
            <a:r>
              <a:rPr lang="en-US" sz="1200" b="1" dirty="0">
                <a:solidFill>
                  <a:srgbClr val="000000"/>
                </a:solidFill>
              </a:rPr>
              <a:t>onboarding a new query should only require:</a:t>
            </a:r>
          </a:p>
          <a:p>
            <a:pPr marL="302419" lvl="1" indent="-171450">
              <a:lnSpc>
                <a:spcPct val="100000"/>
              </a:lnSpc>
              <a:buFont typeface="Arial" panose="020B0604020202020204" pitchFamily="34" charset="0"/>
              <a:buChar char="•"/>
            </a:pPr>
            <a:r>
              <a:rPr lang="en-US" sz="1200" dirty="0">
                <a:solidFill>
                  <a:srgbClr val="000000"/>
                </a:solidFill>
              </a:rPr>
              <a:t>creating new query definition meta-data instance and POST-</a:t>
            </a:r>
            <a:r>
              <a:rPr lang="en-US" sz="1200" dirty="0" err="1">
                <a:solidFill>
                  <a:srgbClr val="000000"/>
                </a:solidFill>
              </a:rPr>
              <a:t>ing</a:t>
            </a:r>
            <a:r>
              <a:rPr lang="en-US" sz="1200" dirty="0">
                <a:solidFill>
                  <a:srgbClr val="000000"/>
                </a:solidFill>
              </a:rPr>
              <a:t> new definition to the GRID API</a:t>
            </a:r>
          </a:p>
          <a:p>
            <a:pPr marL="473869" lvl="2">
              <a:lnSpc>
                <a:spcPct val="100000"/>
              </a:lnSpc>
              <a:buFont typeface="Arial" panose="020B0604020202020204" pitchFamily="34" charset="0"/>
              <a:buChar char="•"/>
            </a:pPr>
            <a:r>
              <a:rPr lang="en-US" sz="1200" dirty="0">
                <a:solidFill>
                  <a:srgbClr val="000000"/>
                </a:solidFill>
              </a:rPr>
              <a:t>use role-based authorization to control creation of new queries</a:t>
            </a:r>
          </a:p>
          <a:p>
            <a:pPr marL="302419" lvl="1" indent="-171450">
              <a:lnSpc>
                <a:spcPct val="100000"/>
              </a:lnSpc>
              <a:buFont typeface="Arial" panose="020B0604020202020204" pitchFamily="34" charset="0"/>
              <a:buChar char="•"/>
            </a:pPr>
            <a:r>
              <a:rPr lang="en-US" sz="1200" dirty="0">
                <a:solidFill>
                  <a:srgbClr val="000000"/>
                </a:solidFill>
              </a:rPr>
              <a:t>automate mechanism used to determine when query is “ready” to be consumed and publishes the event </a:t>
            </a:r>
          </a:p>
          <a:p>
            <a:pPr marL="171450" indent="-171450">
              <a:lnSpc>
                <a:spcPct val="100000"/>
              </a:lnSpc>
              <a:buFont typeface="Arial" panose="020B0604020202020204" pitchFamily="34" charset="0"/>
              <a:buChar char="•"/>
            </a:pPr>
            <a:r>
              <a:rPr lang="en-US" sz="1200" b="1" dirty="0">
                <a:solidFill>
                  <a:srgbClr val="000000"/>
                </a:solidFill>
              </a:rPr>
              <a:t>onboarding a new Azure hosted GRID API client should only require:</a:t>
            </a:r>
          </a:p>
          <a:p>
            <a:pPr marL="302419" lvl="1" indent="-171450">
              <a:lnSpc>
                <a:spcPct val="100000"/>
              </a:lnSpc>
              <a:buFont typeface="Arial" panose="020B0604020202020204" pitchFamily="34" charset="0"/>
              <a:buChar char="•"/>
            </a:pPr>
            <a:r>
              <a:rPr lang="en-US" sz="1200" dirty="0">
                <a:solidFill>
                  <a:srgbClr val="000000"/>
                </a:solidFill>
              </a:rPr>
              <a:t>register application in Azure AD to create App ID</a:t>
            </a:r>
          </a:p>
          <a:p>
            <a:pPr marL="302419" lvl="1" indent="-171450">
              <a:lnSpc>
                <a:spcPct val="100000"/>
              </a:lnSpc>
              <a:buFont typeface="Arial" panose="020B0604020202020204" pitchFamily="34" charset="0"/>
              <a:buChar char="•"/>
            </a:pPr>
            <a:r>
              <a:rPr lang="en-US" sz="1200" dirty="0">
                <a:solidFill>
                  <a:srgbClr val="000000"/>
                </a:solidFill>
              </a:rPr>
              <a:t>assigned App ID to role in DALFI via App Service configuration</a:t>
            </a:r>
          </a:p>
          <a:p>
            <a:pPr marL="302419" lvl="1" indent="-171450">
              <a:lnSpc>
                <a:spcPct val="100000"/>
              </a:lnSpc>
              <a:buFont typeface="Arial" panose="020B0604020202020204" pitchFamily="34" charset="0"/>
              <a:buChar char="•"/>
            </a:pPr>
            <a:r>
              <a:rPr lang="en-US" sz="1200" dirty="0">
                <a:solidFill>
                  <a:srgbClr val="000000"/>
                </a:solidFill>
              </a:rPr>
              <a:t>assign any specific App ID to query authorizations</a:t>
            </a:r>
          </a:p>
          <a:p>
            <a:pPr marL="171450" indent="-171450">
              <a:lnSpc>
                <a:spcPct val="100000"/>
              </a:lnSpc>
              <a:buFont typeface="Arial" panose="020B0604020202020204" pitchFamily="34" charset="0"/>
              <a:buChar char="•"/>
            </a:pPr>
            <a:r>
              <a:rPr lang="en-US" sz="1200" b="1" dirty="0">
                <a:solidFill>
                  <a:srgbClr val="000000"/>
                </a:solidFill>
              </a:rPr>
              <a:t>onboarding a non-Azure hosted GRID API client should only require:</a:t>
            </a:r>
          </a:p>
          <a:p>
            <a:pPr marL="302419" lvl="1" indent="-171450">
              <a:lnSpc>
                <a:spcPct val="100000"/>
              </a:lnSpc>
              <a:buFont typeface="Arial" panose="020B0604020202020204" pitchFamily="34" charset="0"/>
              <a:buChar char="•"/>
            </a:pPr>
            <a:r>
              <a:rPr lang="en-US" sz="1200" dirty="0">
                <a:solidFill>
                  <a:srgbClr val="000000"/>
                </a:solidFill>
              </a:rPr>
              <a:t>same as previous, but also need to create client certificate and register certificate with App ID in Azure AD</a:t>
            </a:r>
          </a:p>
          <a:p>
            <a:pPr marL="302419" lvl="1" indent="-171450">
              <a:lnSpc>
                <a:spcPct val="100000"/>
              </a:lnSpc>
              <a:buFont typeface="Arial" panose="020B0604020202020204" pitchFamily="34" charset="0"/>
              <a:buChar char="•"/>
            </a:pPr>
            <a:endParaRPr lang="en-US" sz="2000" b="1" dirty="0"/>
          </a:p>
        </p:txBody>
      </p:sp>
    </p:spTree>
    <p:extLst>
      <p:ext uri="{BB962C8B-B14F-4D97-AF65-F5344CB8AC3E}">
        <p14:creationId xmlns:p14="http://schemas.microsoft.com/office/powerpoint/2010/main" val="1952727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A3CD20-E68F-4DAF-B447-290BE3C7B109}"/>
              </a:ext>
            </a:extLst>
          </p:cNvPr>
          <p:cNvSpPr>
            <a:spLocks noGrp="1"/>
          </p:cNvSpPr>
          <p:nvPr>
            <p:ph type="sldNum" sz="quarter" idx="12"/>
          </p:nvPr>
        </p:nvSpPr>
        <p:spPr/>
        <p:txBody>
          <a:bodyPr/>
          <a:lstStyle/>
          <a:p>
            <a:fld id="{3A5D2E96-09D4-684C-BDED-6024B7F4284C}" type="slidenum">
              <a:rPr lang="en-US" smtClean="0"/>
              <a:pPr/>
              <a:t>13</a:t>
            </a:fld>
            <a:endParaRPr lang="en-US"/>
          </a:p>
        </p:txBody>
      </p:sp>
      <p:sp>
        <p:nvSpPr>
          <p:cNvPr id="4" name="Title 3">
            <a:extLst>
              <a:ext uri="{FF2B5EF4-FFF2-40B4-BE49-F238E27FC236}">
                <a16:creationId xmlns:a16="http://schemas.microsoft.com/office/drawing/2014/main" id="{B6F3D48E-E074-47EF-8AD7-9CBC58B994AD}"/>
              </a:ext>
            </a:extLst>
          </p:cNvPr>
          <p:cNvSpPr>
            <a:spLocks noGrp="1"/>
          </p:cNvSpPr>
          <p:nvPr>
            <p:ph type="title"/>
          </p:nvPr>
        </p:nvSpPr>
        <p:spPr>
          <a:xfrm>
            <a:off x="269158" y="204829"/>
            <a:ext cx="7905263" cy="449141"/>
          </a:xfrm>
        </p:spPr>
        <p:txBody>
          <a:bodyPr/>
          <a:lstStyle/>
          <a:p>
            <a:r>
              <a:rPr lang="en-US" sz="2400" dirty="0"/>
              <a:t>Pub/Sub</a:t>
            </a:r>
          </a:p>
        </p:txBody>
      </p:sp>
      <p:sp>
        <p:nvSpPr>
          <p:cNvPr id="5" name="Text Placeholder 4">
            <a:extLst>
              <a:ext uri="{FF2B5EF4-FFF2-40B4-BE49-F238E27FC236}">
                <a16:creationId xmlns:a16="http://schemas.microsoft.com/office/drawing/2014/main" id="{088AA32D-F556-44B4-972E-D5D4ECC995E8}"/>
              </a:ext>
            </a:extLst>
          </p:cNvPr>
          <p:cNvSpPr>
            <a:spLocks noGrp="1"/>
          </p:cNvSpPr>
          <p:nvPr>
            <p:ph type="body" sz="quarter" idx="13"/>
          </p:nvPr>
        </p:nvSpPr>
        <p:spPr>
          <a:xfrm>
            <a:off x="423214" y="651598"/>
            <a:ext cx="6948752" cy="311037"/>
          </a:xfrm>
        </p:spPr>
        <p:txBody>
          <a:bodyPr/>
          <a:lstStyle/>
          <a:p>
            <a:r>
              <a:rPr lang="en-US" sz="1600" dirty="0"/>
              <a:t> </a:t>
            </a:r>
          </a:p>
        </p:txBody>
      </p:sp>
      <p:sp>
        <p:nvSpPr>
          <p:cNvPr id="6" name="Footer Placeholder 5">
            <a:extLst>
              <a:ext uri="{FF2B5EF4-FFF2-40B4-BE49-F238E27FC236}">
                <a16:creationId xmlns:a16="http://schemas.microsoft.com/office/drawing/2014/main" id="{02A0BDE5-14AF-4322-82B4-F2D01CDBF36C}"/>
              </a:ext>
            </a:extLst>
          </p:cNvPr>
          <p:cNvSpPr>
            <a:spLocks noGrp="1"/>
          </p:cNvSpPr>
          <p:nvPr>
            <p:ph type="ftr" sz="quarter" idx="3"/>
          </p:nvPr>
        </p:nvSpPr>
        <p:spPr/>
        <p:txBody>
          <a:bodyPr/>
          <a:lstStyle/>
          <a:p>
            <a:r>
              <a:rPr lang="en-US"/>
              <a:t>To edit go to: Insert &gt; Header and Footer</a:t>
            </a:r>
            <a:endParaRPr lang="en-US" dirty="0"/>
          </a:p>
        </p:txBody>
      </p:sp>
      <p:sp>
        <p:nvSpPr>
          <p:cNvPr id="10" name="Content Placeholder 1">
            <a:extLst>
              <a:ext uri="{FF2B5EF4-FFF2-40B4-BE49-F238E27FC236}">
                <a16:creationId xmlns:a16="http://schemas.microsoft.com/office/drawing/2014/main" id="{3379648E-9518-44C1-BF30-AB0E7577BEDA}"/>
              </a:ext>
            </a:extLst>
          </p:cNvPr>
          <p:cNvSpPr txBox="1">
            <a:spLocks/>
          </p:cNvSpPr>
          <p:nvPr/>
        </p:nvSpPr>
        <p:spPr>
          <a:xfrm>
            <a:off x="362254" y="962634"/>
            <a:ext cx="8564714" cy="4274383"/>
          </a:xfrm>
          <a:prstGeom prst="rect">
            <a:avLst/>
          </a:prstGeom>
          <a:ln>
            <a:solidFill>
              <a:schemeClr val="tx1"/>
            </a:solidFill>
          </a:ln>
        </p:spPr>
        <p:txBody>
          <a:bodyPr vert="horz" lIns="68580" tIns="34290" rIns="68580" bIns="34290" rtlCol="0">
            <a:noAutofit/>
          </a:bodyPr>
          <a:lstStyle>
            <a:lvl1pPr marL="0" indent="0" algn="l" defTabSz="685800" rtl="0" eaLnBrk="1" latinLnBrk="0" hangingPunct="1">
              <a:lnSpc>
                <a:spcPct val="140000"/>
              </a:lnSpc>
              <a:spcBef>
                <a:spcPts val="750"/>
              </a:spcBef>
              <a:buFont typeface="Arial"/>
              <a:buNone/>
              <a:defRPr sz="2200" kern="1200">
                <a:solidFill>
                  <a:schemeClr val="tx1"/>
                </a:solidFill>
                <a:latin typeface="+mn-lt"/>
                <a:ea typeface="+mn-ea"/>
                <a:cs typeface="+mn-cs"/>
              </a:defRPr>
            </a:lvl1pPr>
            <a:lvl2pPr marL="130969" indent="-126206" algn="l" defTabSz="685800" rtl="0" eaLnBrk="1" latinLnBrk="0" hangingPunct="1">
              <a:lnSpc>
                <a:spcPct val="140000"/>
              </a:lnSpc>
              <a:spcBef>
                <a:spcPts val="375"/>
              </a:spcBef>
              <a:buFont typeface="Arial"/>
              <a:buChar char="•"/>
              <a:tabLst/>
              <a:defRPr sz="2200" kern="1200">
                <a:solidFill>
                  <a:schemeClr val="tx1"/>
                </a:solidFill>
                <a:latin typeface="+mn-lt"/>
                <a:ea typeface="+mn-ea"/>
                <a:cs typeface="+mn-cs"/>
              </a:defRPr>
            </a:lvl2pPr>
            <a:lvl3pPr marL="302419" indent="-171450" algn="l" defTabSz="685800" rtl="0" eaLnBrk="1" latinLnBrk="0" hangingPunct="1">
              <a:lnSpc>
                <a:spcPct val="140000"/>
              </a:lnSpc>
              <a:spcBef>
                <a:spcPts val="375"/>
              </a:spcBef>
              <a:buFont typeface=".AppleSystemUIFont" charset="-120"/>
              <a:buChar char="−"/>
              <a:tabLst/>
              <a:defRPr sz="2200" kern="1200">
                <a:solidFill>
                  <a:schemeClr val="tx1"/>
                </a:solidFill>
                <a:latin typeface="+mn-lt"/>
                <a:ea typeface="+mn-ea"/>
                <a:cs typeface="+mn-cs"/>
              </a:defRPr>
            </a:lvl3pPr>
            <a:lvl4pPr marL="428625" indent="-132160" algn="l" defTabSz="685800" rtl="0" eaLnBrk="1" latinLnBrk="0" hangingPunct="1">
              <a:lnSpc>
                <a:spcPct val="140000"/>
              </a:lnSpc>
              <a:spcBef>
                <a:spcPts val="375"/>
              </a:spcBef>
              <a:buFont typeface="Arial"/>
              <a:buChar char="•"/>
              <a:tabLst/>
              <a:defRPr sz="2200" kern="1200">
                <a:solidFill>
                  <a:schemeClr val="tx1"/>
                </a:solidFill>
                <a:latin typeface="+mn-lt"/>
                <a:ea typeface="+mn-ea"/>
                <a:cs typeface="+mn-cs"/>
              </a:defRPr>
            </a:lvl4pPr>
            <a:lvl5pPr marL="560785" indent="-170260" algn="l" defTabSz="685800" rtl="0" eaLnBrk="1" latinLnBrk="0" hangingPunct="1">
              <a:lnSpc>
                <a:spcPct val="140000"/>
              </a:lnSpc>
              <a:spcBef>
                <a:spcPts val="375"/>
              </a:spcBef>
              <a:buFont typeface=".AppleSystemUIFont" charset="-120"/>
              <a:buChar char="−"/>
              <a:tabLst/>
              <a:defRPr sz="2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a:lnSpc>
                <a:spcPct val="100000"/>
              </a:lnSpc>
            </a:pPr>
            <a:r>
              <a:rPr lang="en-US" sz="2000" b="1" dirty="0"/>
              <a:t>Recommendations</a:t>
            </a:r>
          </a:p>
          <a:p>
            <a:pPr>
              <a:lnSpc>
                <a:spcPct val="100000"/>
              </a:lnSpc>
            </a:pPr>
            <a:r>
              <a:rPr lang="en-US" sz="1400" b="1" dirty="0"/>
              <a:t>Data Readiness</a:t>
            </a:r>
          </a:p>
          <a:p>
            <a:pPr marL="171450" lvl="0" indent="-171450">
              <a:lnSpc>
                <a:spcPct val="100000"/>
              </a:lnSpc>
              <a:buFont typeface="Arial" panose="020B0604020202020204" pitchFamily="34" charset="0"/>
              <a:buChar char="•"/>
            </a:pPr>
            <a:r>
              <a:rPr lang="en-US" sz="1200" dirty="0">
                <a:solidFill>
                  <a:srgbClr val="000000"/>
                </a:solidFill>
              </a:rPr>
              <a:t>An Azure-based consumer can subscribe to a Service Bus topic and will be notified by an event when data in a query is ready to be consumed.  The event will indicate the specific as-of-date, region &amp; period. </a:t>
            </a:r>
          </a:p>
          <a:p>
            <a:pPr marL="171450" lvl="0" indent="-171450">
              <a:lnSpc>
                <a:spcPct val="100000"/>
              </a:lnSpc>
              <a:buFont typeface="Arial" panose="020B0604020202020204" pitchFamily="34" charset="0"/>
              <a:buChar char="•"/>
            </a:pPr>
            <a:r>
              <a:rPr lang="en-US" sz="1200" dirty="0">
                <a:solidFill>
                  <a:srgbClr val="000000"/>
                </a:solidFill>
              </a:rPr>
              <a:t>Azure client applications subscribe to these events and act accordingly</a:t>
            </a:r>
          </a:p>
          <a:p>
            <a:pPr marL="171450" lvl="0" indent="-171450">
              <a:lnSpc>
                <a:spcPct val="100000"/>
              </a:lnSpc>
              <a:buFont typeface="Arial" panose="020B0604020202020204" pitchFamily="34" charset="0"/>
              <a:buChar char="•"/>
            </a:pPr>
            <a:r>
              <a:rPr lang="en-US" sz="1200" dirty="0">
                <a:solidFill>
                  <a:srgbClr val="000000"/>
                </a:solidFill>
              </a:rPr>
              <a:t>The mechanisms required to create the events signaling that data are ready should be automatically set up.  This should not require any development  (currently proof orchestration needs to be defined and released for any new query)</a:t>
            </a:r>
          </a:p>
          <a:p>
            <a:pPr marL="171450" lvl="0" indent="-171450">
              <a:lnSpc>
                <a:spcPct val="100000"/>
              </a:lnSpc>
              <a:buFont typeface="Arial" panose="020B0604020202020204" pitchFamily="34" charset="0"/>
              <a:buChar char="•"/>
            </a:pPr>
            <a:r>
              <a:rPr lang="en-US" sz="1200" dirty="0">
                <a:solidFill>
                  <a:srgbClr val="000000"/>
                </a:solidFill>
              </a:rPr>
              <a:t>GRID API should expose a query resource that can answer the question “is data for some query available for some given as-of-date, region &amp; period?”</a:t>
            </a:r>
          </a:p>
          <a:p>
            <a:pPr marL="171450" lvl="0" indent="-171450">
              <a:lnSpc>
                <a:spcPct val="100000"/>
              </a:lnSpc>
              <a:buFont typeface="Arial" panose="020B0604020202020204" pitchFamily="34" charset="0"/>
              <a:buChar char="•"/>
            </a:pPr>
            <a:r>
              <a:rPr lang="en-US" sz="1200" dirty="0">
                <a:solidFill>
                  <a:srgbClr val="000000"/>
                </a:solidFill>
              </a:rPr>
              <a:t>GRID API should expose an event resource that can be used by client applications for </a:t>
            </a:r>
            <a:r>
              <a:rPr lang="en-US" sz="1200" dirty="0">
                <a:solidFill>
                  <a:srgbClr val="000000"/>
                </a:solidFill>
                <a:hlinkClick r:id="rId2"/>
              </a:rPr>
              <a:t>long-polling on an event</a:t>
            </a:r>
            <a:r>
              <a:rPr lang="en-US" sz="1200" dirty="0">
                <a:solidFill>
                  <a:srgbClr val="000000"/>
                </a:solidFill>
              </a:rPr>
              <a:t>.  This can be used by non-Azure based subscribers to receive notifications when data is available.</a:t>
            </a:r>
          </a:p>
          <a:p>
            <a:pPr>
              <a:lnSpc>
                <a:spcPct val="100000"/>
              </a:lnSpc>
            </a:pPr>
            <a:endParaRPr lang="en-US" sz="2000" b="1" dirty="0"/>
          </a:p>
        </p:txBody>
      </p:sp>
    </p:spTree>
    <p:extLst>
      <p:ext uri="{BB962C8B-B14F-4D97-AF65-F5344CB8AC3E}">
        <p14:creationId xmlns:p14="http://schemas.microsoft.com/office/powerpoint/2010/main" val="4162386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3B6772-8EEB-4110-8802-A5FFDFFAE05F}"/>
              </a:ext>
            </a:extLst>
          </p:cNvPr>
          <p:cNvSpPr>
            <a:spLocks noGrp="1"/>
          </p:cNvSpPr>
          <p:nvPr>
            <p:ph type="sldNum" sz="quarter" idx="12"/>
          </p:nvPr>
        </p:nvSpPr>
        <p:spPr/>
        <p:txBody>
          <a:bodyPr/>
          <a:lstStyle/>
          <a:p>
            <a:fld id="{3A5D2E96-09D4-684C-BDED-6024B7F4284C}" type="slidenum">
              <a:rPr lang="en-US" smtClean="0"/>
              <a:t>14</a:t>
            </a:fld>
            <a:endParaRPr lang="en-US"/>
          </a:p>
        </p:txBody>
      </p:sp>
      <p:sp>
        <p:nvSpPr>
          <p:cNvPr id="3" name="Title 2">
            <a:extLst>
              <a:ext uri="{FF2B5EF4-FFF2-40B4-BE49-F238E27FC236}">
                <a16:creationId xmlns:a16="http://schemas.microsoft.com/office/drawing/2014/main" id="{59C6E462-9DA3-4FF1-ABF8-45FEB2A5ABBA}"/>
              </a:ext>
            </a:extLst>
          </p:cNvPr>
          <p:cNvSpPr>
            <a:spLocks noGrp="1"/>
          </p:cNvSpPr>
          <p:nvPr>
            <p:ph type="title"/>
          </p:nvPr>
        </p:nvSpPr>
        <p:spPr/>
        <p:txBody>
          <a:bodyPr anchor="ctr"/>
          <a:lstStyle/>
          <a:p>
            <a:r>
              <a:rPr lang="en-US" dirty="0"/>
              <a:t>Appendix</a:t>
            </a:r>
          </a:p>
        </p:txBody>
      </p:sp>
      <p:sp>
        <p:nvSpPr>
          <p:cNvPr id="4" name="Footer Placeholder 3">
            <a:extLst>
              <a:ext uri="{FF2B5EF4-FFF2-40B4-BE49-F238E27FC236}">
                <a16:creationId xmlns:a16="http://schemas.microsoft.com/office/drawing/2014/main" id="{E4EF60E3-DB4D-43B0-BCBD-D06F6F07814C}"/>
              </a:ext>
            </a:extLst>
          </p:cNvPr>
          <p:cNvSpPr>
            <a:spLocks noGrp="1"/>
          </p:cNvSpPr>
          <p:nvPr>
            <p:ph type="ftr" sz="quarter" idx="3"/>
          </p:nvPr>
        </p:nvSpPr>
        <p:spPr/>
        <p:txBody>
          <a:bodyPr/>
          <a:lstStyle/>
          <a:p>
            <a:r>
              <a:rPr lang="en-US"/>
              <a:t>To edit go to: Insert &gt; Header and Footer</a:t>
            </a:r>
            <a:endParaRPr lang="en-US" dirty="0"/>
          </a:p>
        </p:txBody>
      </p:sp>
    </p:spTree>
    <p:extLst>
      <p:ext uri="{BB962C8B-B14F-4D97-AF65-F5344CB8AC3E}">
        <p14:creationId xmlns:p14="http://schemas.microsoft.com/office/powerpoint/2010/main" val="3636383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717915-F3EF-48F4-87E8-3C747C03C2DC}"/>
              </a:ext>
            </a:extLst>
          </p:cNvPr>
          <p:cNvSpPr>
            <a:spLocks noGrp="1"/>
          </p:cNvSpPr>
          <p:nvPr>
            <p:ph type="sldNum" sz="quarter" idx="12"/>
          </p:nvPr>
        </p:nvSpPr>
        <p:spPr/>
        <p:txBody>
          <a:bodyPr/>
          <a:lstStyle/>
          <a:p>
            <a:fld id="{3A5D2E96-09D4-684C-BDED-6024B7F4284C}" type="slidenum">
              <a:rPr lang="en-US" smtClean="0"/>
              <a:pPr/>
              <a:t>15</a:t>
            </a:fld>
            <a:endParaRPr lang="en-US"/>
          </a:p>
        </p:txBody>
      </p:sp>
      <p:sp>
        <p:nvSpPr>
          <p:cNvPr id="3" name="Title 2">
            <a:extLst>
              <a:ext uri="{FF2B5EF4-FFF2-40B4-BE49-F238E27FC236}">
                <a16:creationId xmlns:a16="http://schemas.microsoft.com/office/drawing/2014/main" id="{FFC60CBE-D42B-4500-87A5-56ACC317A458}"/>
              </a:ext>
            </a:extLst>
          </p:cNvPr>
          <p:cNvSpPr>
            <a:spLocks noGrp="1"/>
          </p:cNvSpPr>
          <p:nvPr>
            <p:ph type="title"/>
          </p:nvPr>
        </p:nvSpPr>
        <p:spPr>
          <a:xfrm>
            <a:off x="172514" y="300885"/>
            <a:ext cx="8548272" cy="565730"/>
          </a:xfrm>
        </p:spPr>
        <p:txBody>
          <a:bodyPr/>
          <a:lstStyle/>
          <a:p>
            <a:r>
              <a:rPr lang="en-US" dirty="0"/>
              <a:t>Transformation message from CIO Pawan</a:t>
            </a:r>
          </a:p>
        </p:txBody>
      </p:sp>
      <p:sp>
        <p:nvSpPr>
          <p:cNvPr id="4" name="Content Placeholder 3">
            <a:extLst>
              <a:ext uri="{FF2B5EF4-FFF2-40B4-BE49-F238E27FC236}">
                <a16:creationId xmlns:a16="http://schemas.microsoft.com/office/drawing/2014/main" id="{BC0AAFA7-CC97-4FFF-AD80-E67DF00D7293}"/>
              </a:ext>
            </a:extLst>
          </p:cNvPr>
          <p:cNvSpPr>
            <a:spLocks noGrp="1"/>
          </p:cNvSpPr>
          <p:nvPr>
            <p:ph idx="1"/>
          </p:nvPr>
        </p:nvSpPr>
        <p:spPr>
          <a:xfrm>
            <a:off x="122549" y="1621527"/>
            <a:ext cx="8898902" cy="1835992"/>
          </a:xfrm>
        </p:spPr>
        <p:txBody>
          <a:bodyPr/>
          <a:lstStyle/>
          <a:p>
            <a:pPr marL="285750" indent="-285750">
              <a:buFont typeface="Arial" panose="020B0604020202020204" pitchFamily="34" charset="0"/>
              <a:buChar char="•"/>
            </a:pPr>
            <a:r>
              <a:rPr lang="en-US" sz="1400" dirty="0"/>
              <a:t>Drive the adoption of </a:t>
            </a:r>
            <a:r>
              <a:rPr lang="en-US" sz="1400" b="1" dirty="0"/>
              <a:t>real time integration </a:t>
            </a:r>
            <a:r>
              <a:rPr lang="en-US" sz="1400" dirty="0"/>
              <a:t>patterns </a:t>
            </a:r>
          </a:p>
          <a:p>
            <a:pPr marL="285750" indent="-285750">
              <a:buFont typeface="Arial" panose="020B0604020202020204" pitchFamily="34" charset="0"/>
              <a:buChar char="•"/>
            </a:pPr>
            <a:r>
              <a:rPr lang="en-US" sz="1400" dirty="0"/>
              <a:t>Promote </a:t>
            </a:r>
            <a:r>
              <a:rPr lang="en-US" sz="1400" b="1" dirty="0"/>
              <a:t>modern API usage </a:t>
            </a:r>
            <a:r>
              <a:rPr lang="en-US" sz="1400" dirty="0"/>
              <a:t>for front-end channels and associated system APIs </a:t>
            </a:r>
          </a:p>
          <a:p>
            <a:pPr marL="285750" indent="-285750">
              <a:buFont typeface="Arial" panose="020B0604020202020204" pitchFamily="34" charset="0"/>
              <a:buChar char="•"/>
            </a:pPr>
            <a:r>
              <a:rPr lang="en-US" sz="1400" dirty="0"/>
              <a:t>Adopt </a:t>
            </a:r>
            <a:r>
              <a:rPr lang="en-US" sz="1400" b="1" dirty="0"/>
              <a:t>near-real-time integration </a:t>
            </a:r>
            <a:r>
              <a:rPr lang="en-US" sz="1400" dirty="0"/>
              <a:t>using techniques like </a:t>
            </a:r>
            <a:r>
              <a:rPr lang="en-US" sz="1400" b="1" dirty="0"/>
              <a:t>messaging, pub/sub</a:t>
            </a:r>
            <a:r>
              <a:rPr lang="en-US" sz="1400" dirty="0"/>
              <a:t>, data streams &amp; CDC</a:t>
            </a:r>
          </a:p>
          <a:p>
            <a:pPr marL="285750" indent="-285750">
              <a:buFont typeface="Arial" panose="020B0604020202020204" pitchFamily="34" charset="0"/>
              <a:buChar char="•"/>
            </a:pPr>
            <a:r>
              <a:rPr lang="en-US" sz="1400" dirty="0"/>
              <a:t>No longer recommend batch using traditional ETL, ELT, or file exchanges for data integration</a:t>
            </a:r>
          </a:p>
          <a:p>
            <a:endParaRPr lang="en-US" sz="1400" dirty="0"/>
          </a:p>
          <a:p>
            <a:pPr marL="285750" indent="-285750">
              <a:buFont typeface="Arial" panose="020B0604020202020204" pitchFamily="34" charset="0"/>
              <a:buChar char="•"/>
            </a:pPr>
            <a:endParaRPr lang="en-US" sz="1400" dirty="0"/>
          </a:p>
        </p:txBody>
      </p:sp>
      <p:sp>
        <p:nvSpPr>
          <p:cNvPr id="6" name="Footer Placeholder 5">
            <a:extLst>
              <a:ext uri="{FF2B5EF4-FFF2-40B4-BE49-F238E27FC236}">
                <a16:creationId xmlns:a16="http://schemas.microsoft.com/office/drawing/2014/main" id="{B8DA8AC8-6DA3-4647-BB86-F07802E31DE3}"/>
              </a:ext>
            </a:extLst>
          </p:cNvPr>
          <p:cNvSpPr>
            <a:spLocks noGrp="1"/>
          </p:cNvSpPr>
          <p:nvPr>
            <p:ph type="ftr" sz="quarter" idx="3"/>
          </p:nvPr>
        </p:nvSpPr>
        <p:spPr/>
        <p:txBody>
          <a:bodyPr/>
          <a:lstStyle/>
          <a:p>
            <a:r>
              <a:rPr lang="en-US"/>
              <a:t>To edit go to: Insert &gt; Header and Footer</a:t>
            </a:r>
            <a:endParaRPr lang="en-US" dirty="0"/>
          </a:p>
        </p:txBody>
      </p:sp>
      <p:sp>
        <p:nvSpPr>
          <p:cNvPr id="7" name="Text Placeholder 4">
            <a:extLst>
              <a:ext uri="{FF2B5EF4-FFF2-40B4-BE49-F238E27FC236}">
                <a16:creationId xmlns:a16="http://schemas.microsoft.com/office/drawing/2014/main" id="{60A0FCED-D3AA-468B-83F0-5B7537859065}"/>
              </a:ext>
            </a:extLst>
          </p:cNvPr>
          <p:cNvSpPr>
            <a:spLocks noGrp="1"/>
          </p:cNvSpPr>
          <p:nvPr>
            <p:ph type="body" sz="quarter" idx="13"/>
          </p:nvPr>
        </p:nvSpPr>
        <p:spPr>
          <a:xfrm>
            <a:off x="423214" y="866615"/>
            <a:ext cx="6948752" cy="311037"/>
          </a:xfrm>
        </p:spPr>
        <p:txBody>
          <a:bodyPr/>
          <a:lstStyle/>
          <a:p>
            <a:r>
              <a:rPr lang="en-US" sz="1600" dirty="0"/>
              <a:t>As communicated through Enterprise Architecture on Aug 23, 2021</a:t>
            </a:r>
          </a:p>
        </p:txBody>
      </p:sp>
      <p:sp>
        <p:nvSpPr>
          <p:cNvPr id="5" name="TextBox 4">
            <a:extLst>
              <a:ext uri="{FF2B5EF4-FFF2-40B4-BE49-F238E27FC236}">
                <a16:creationId xmlns:a16="http://schemas.microsoft.com/office/drawing/2014/main" id="{518E769D-5EB6-4E1F-99CB-75EEA2B60D89}"/>
              </a:ext>
            </a:extLst>
          </p:cNvPr>
          <p:cNvSpPr txBox="1"/>
          <p:nvPr/>
        </p:nvSpPr>
        <p:spPr>
          <a:xfrm>
            <a:off x="607943" y="3901394"/>
            <a:ext cx="7677414" cy="1248228"/>
          </a:xfrm>
          <a:prstGeom prst="rect">
            <a:avLst/>
          </a:prstGeom>
          <a:solidFill>
            <a:schemeClr val="accent2">
              <a:lumMod val="20000"/>
              <a:lumOff val="80000"/>
            </a:schemeClr>
          </a:solidFill>
        </p:spPr>
        <p:txBody>
          <a:bodyPr wrap="square" lIns="91440" tIns="0" rIns="91440" bIns="0" rtlCol="0" anchor="ctr">
            <a:noAutofit/>
          </a:bodyPr>
          <a:lstStyle/>
          <a:p>
            <a:pPr algn="ctr"/>
            <a:r>
              <a:rPr lang="en-US" sz="2400" dirty="0"/>
              <a:t>Drive change and support the </a:t>
            </a:r>
            <a:r>
              <a:rPr lang="en-US" sz="2400" b="1" dirty="0"/>
              <a:t>adoption of modern integration patterns and technology</a:t>
            </a:r>
            <a:endParaRPr lang="en-US" sz="2000" dirty="0"/>
          </a:p>
        </p:txBody>
      </p:sp>
    </p:spTree>
    <p:extLst>
      <p:ext uri="{BB962C8B-B14F-4D97-AF65-F5344CB8AC3E}">
        <p14:creationId xmlns:p14="http://schemas.microsoft.com/office/powerpoint/2010/main" val="1795135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717915-F3EF-48F4-87E8-3C747C03C2DC}"/>
              </a:ext>
            </a:extLst>
          </p:cNvPr>
          <p:cNvSpPr>
            <a:spLocks noGrp="1"/>
          </p:cNvSpPr>
          <p:nvPr>
            <p:ph type="sldNum" sz="quarter" idx="12"/>
          </p:nvPr>
        </p:nvSpPr>
        <p:spPr/>
        <p:txBody>
          <a:bodyPr/>
          <a:lstStyle/>
          <a:p>
            <a:fld id="{3A5D2E96-09D4-684C-BDED-6024B7F4284C}" type="slidenum">
              <a:rPr lang="en-US" smtClean="0"/>
              <a:pPr/>
              <a:t>16</a:t>
            </a:fld>
            <a:endParaRPr lang="en-US"/>
          </a:p>
        </p:txBody>
      </p:sp>
      <p:sp>
        <p:nvSpPr>
          <p:cNvPr id="3" name="Title 2">
            <a:extLst>
              <a:ext uri="{FF2B5EF4-FFF2-40B4-BE49-F238E27FC236}">
                <a16:creationId xmlns:a16="http://schemas.microsoft.com/office/drawing/2014/main" id="{FFC60CBE-D42B-4500-87A5-56ACC317A458}"/>
              </a:ext>
            </a:extLst>
          </p:cNvPr>
          <p:cNvSpPr>
            <a:spLocks noGrp="1"/>
          </p:cNvSpPr>
          <p:nvPr>
            <p:ph type="title"/>
          </p:nvPr>
        </p:nvSpPr>
        <p:spPr>
          <a:xfrm>
            <a:off x="172514" y="300885"/>
            <a:ext cx="8548272" cy="565730"/>
          </a:xfrm>
        </p:spPr>
        <p:txBody>
          <a:bodyPr/>
          <a:lstStyle/>
          <a:p>
            <a:r>
              <a:rPr lang="en-US" dirty="0"/>
              <a:t>Long polling pattern</a:t>
            </a:r>
          </a:p>
        </p:txBody>
      </p:sp>
      <p:sp>
        <p:nvSpPr>
          <p:cNvPr id="4" name="Content Placeholder 3">
            <a:extLst>
              <a:ext uri="{FF2B5EF4-FFF2-40B4-BE49-F238E27FC236}">
                <a16:creationId xmlns:a16="http://schemas.microsoft.com/office/drawing/2014/main" id="{BC0AAFA7-CC97-4FFF-AD80-E67DF00D7293}"/>
              </a:ext>
            </a:extLst>
          </p:cNvPr>
          <p:cNvSpPr>
            <a:spLocks noGrp="1"/>
          </p:cNvSpPr>
          <p:nvPr>
            <p:ph idx="1"/>
          </p:nvPr>
        </p:nvSpPr>
        <p:spPr>
          <a:xfrm>
            <a:off x="122549" y="1621527"/>
            <a:ext cx="8898902" cy="1835992"/>
          </a:xfrm>
        </p:spPr>
        <p:txBody>
          <a:bodyPr/>
          <a:lstStyle/>
          <a:p>
            <a:pPr marL="285750" indent="-285750">
              <a:buFont typeface="Arial" panose="020B0604020202020204" pitchFamily="34" charset="0"/>
              <a:buChar char="•"/>
            </a:pPr>
            <a:r>
              <a:rPr lang="en-US" sz="1400" dirty="0"/>
              <a:t>TBD</a:t>
            </a:r>
          </a:p>
          <a:p>
            <a:endParaRPr lang="en-US" sz="1400" dirty="0"/>
          </a:p>
          <a:p>
            <a:pPr marL="285750" indent="-285750">
              <a:buFont typeface="Arial" panose="020B0604020202020204" pitchFamily="34" charset="0"/>
              <a:buChar char="•"/>
            </a:pPr>
            <a:endParaRPr lang="en-US" sz="1400" dirty="0"/>
          </a:p>
        </p:txBody>
      </p:sp>
      <p:sp>
        <p:nvSpPr>
          <p:cNvPr id="6" name="Footer Placeholder 5">
            <a:extLst>
              <a:ext uri="{FF2B5EF4-FFF2-40B4-BE49-F238E27FC236}">
                <a16:creationId xmlns:a16="http://schemas.microsoft.com/office/drawing/2014/main" id="{B8DA8AC8-6DA3-4647-BB86-F07802E31DE3}"/>
              </a:ext>
            </a:extLst>
          </p:cNvPr>
          <p:cNvSpPr>
            <a:spLocks noGrp="1"/>
          </p:cNvSpPr>
          <p:nvPr>
            <p:ph type="ftr" sz="quarter" idx="3"/>
          </p:nvPr>
        </p:nvSpPr>
        <p:spPr/>
        <p:txBody>
          <a:bodyPr/>
          <a:lstStyle/>
          <a:p>
            <a:r>
              <a:rPr lang="en-US"/>
              <a:t>To edit go to: Insert &gt; Header and Footer</a:t>
            </a:r>
            <a:endParaRPr lang="en-US" dirty="0"/>
          </a:p>
        </p:txBody>
      </p:sp>
      <p:sp>
        <p:nvSpPr>
          <p:cNvPr id="7" name="Text Placeholder 4">
            <a:extLst>
              <a:ext uri="{FF2B5EF4-FFF2-40B4-BE49-F238E27FC236}">
                <a16:creationId xmlns:a16="http://schemas.microsoft.com/office/drawing/2014/main" id="{60A0FCED-D3AA-468B-83F0-5B7537859065}"/>
              </a:ext>
            </a:extLst>
          </p:cNvPr>
          <p:cNvSpPr>
            <a:spLocks noGrp="1"/>
          </p:cNvSpPr>
          <p:nvPr>
            <p:ph type="body" sz="quarter" idx="13"/>
          </p:nvPr>
        </p:nvSpPr>
        <p:spPr>
          <a:xfrm>
            <a:off x="257580" y="933033"/>
            <a:ext cx="8297572" cy="311037"/>
          </a:xfrm>
        </p:spPr>
        <p:txBody>
          <a:bodyPr/>
          <a:lstStyle/>
          <a:p>
            <a:r>
              <a:rPr lang="en-US" sz="1600" dirty="0"/>
              <a:t>can be used by non-Azure hosted clients to reliably receive event notifications</a:t>
            </a:r>
          </a:p>
        </p:txBody>
      </p:sp>
    </p:spTree>
    <p:extLst>
      <p:ext uri="{BB962C8B-B14F-4D97-AF65-F5344CB8AC3E}">
        <p14:creationId xmlns:p14="http://schemas.microsoft.com/office/powerpoint/2010/main" val="3134256032"/>
      </p:ext>
    </p:extLst>
  </p:cSld>
  <p:clrMapOvr>
    <a:masterClrMapping/>
  </p:clrMapOvr>
</p:sld>
</file>

<file path=ppt/theme/theme1.xml><?xml version="1.0" encoding="utf-8"?>
<a:theme xmlns:a="http://schemas.openxmlformats.org/drawingml/2006/main" name="1_Default Theme">
  <a:themeElements>
    <a:clrScheme name="Custom 6">
      <a:dk1>
        <a:srgbClr val="000000"/>
      </a:dk1>
      <a:lt1>
        <a:srgbClr val="FFFFFF"/>
      </a:lt1>
      <a:dk2>
        <a:srgbClr val="DB0A5B"/>
      </a:dk2>
      <a:lt2>
        <a:srgbClr val="6025A9"/>
      </a:lt2>
      <a:accent1>
        <a:srgbClr val="A3CE4E"/>
      </a:accent1>
      <a:accent2>
        <a:srgbClr val="0090DA"/>
      </a:accent2>
      <a:accent3>
        <a:srgbClr val="0061A0"/>
      </a:accent3>
      <a:accent4>
        <a:srgbClr val="FFC600"/>
      </a:accent4>
      <a:accent5>
        <a:srgbClr val="00A3AD"/>
      </a:accent5>
      <a:accent6>
        <a:srgbClr val="75787B"/>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222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91440" tIns="0" rIns="91440" bIns="0" rtlCol="0">
        <a:noAutofit/>
      </a:bodyPr>
      <a:lstStyle>
        <a:defPPr>
          <a:defRPr sz="22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haredContentType xmlns="Microsoft.SharePoint.Taxonomy.ContentTypeSync" SourceId="f5af0f96-557c-40e5-b74f-4de88d247c44" ContentTypeId="0x0101" PreviousValue="false"/>
</file>

<file path=customXml/item3.xml><?xml version="1.0" encoding="utf-8"?>
<ct:contentTypeSchema xmlns:ct="http://schemas.microsoft.com/office/2006/metadata/contentType" xmlns:ma="http://schemas.microsoft.com/office/2006/metadata/properties/metaAttributes" ct:_="" ma:_="" ma:contentTypeName="Document" ma:contentTypeID="0x0101009F94FEA49545AA4EA626191E22047EC1" ma:contentTypeVersion="18" ma:contentTypeDescription="Create a new document." ma:contentTypeScope="" ma:versionID="ff37398473365405730256f8f9af4673">
  <xsd:schema xmlns:xsd="http://www.w3.org/2001/XMLSchema" xmlns:xs="http://www.w3.org/2001/XMLSchema" xmlns:p="http://schemas.microsoft.com/office/2006/metadata/properties" xmlns:ns1="http://schemas.microsoft.com/sharepoint/v3" xmlns:ns3="d18c1617-1ac8-4b22-9cef-b2ac240d88cb" xmlns:ns4="acb5f3ba-d131-4bc2-809b-d7ed204111ed" xmlns:ns5="3dc7c1b4-1f5d-467f-9f6c-c0321d055851" targetNamespace="http://schemas.microsoft.com/office/2006/metadata/properties" ma:root="true" ma:fieldsID="908dc44595ba5e886bc1c898f8a3f6b3" ns1:_="" ns3:_="" ns4:_="" ns5:_="">
    <xsd:import namespace="http://schemas.microsoft.com/sharepoint/v3"/>
    <xsd:import namespace="d18c1617-1ac8-4b22-9cef-b2ac240d88cb"/>
    <xsd:import namespace="acb5f3ba-d131-4bc2-809b-d7ed204111ed"/>
    <xsd:import namespace="3dc7c1b4-1f5d-467f-9f6c-c0321d055851"/>
    <xsd:element name="properties">
      <xsd:complexType>
        <xsd:sequence>
          <xsd:element name="documentManagement">
            <xsd:complexType>
              <xsd:all>
                <xsd:element ref="ns3:TaxKeywordTaxHTField" minOccurs="0"/>
                <xsd:element ref="ns3:TaxCatchAll" minOccurs="0"/>
                <xsd:element ref="ns3:TaxCatchAllLabel" minOccurs="0"/>
                <xsd:element ref="ns3:hae69c9a3b974f6ea09ed5059cd93782" minOccurs="0"/>
                <xsd:element ref="ns3:aa413b61045448e6bc230aa29a84eb0b" minOccurs="0"/>
                <xsd:element ref="ns3:o2a67a7f239d463099c84f831d9f71a7" minOccurs="0"/>
                <xsd:element ref="ns3:pc3a60732cff4bd6a1032848edf6a57b" minOccurs="0"/>
                <xsd:element ref="ns4:SharedWithUsers" minOccurs="0"/>
                <xsd:element ref="ns4:SharedWithDetails" minOccurs="0"/>
                <xsd:element ref="ns4:SharingHintHash" minOccurs="0"/>
                <xsd:element ref="ns5:MediaServiceMetadata" minOccurs="0"/>
                <xsd:element ref="ns5:MediaServiceFastMetadata" minOccurs="0"/>
                <xsd:element ref="ns5:MediaServiceAutoTags" minOccurs="0"/>
                <xsd:element ref="ns5:MediaServiceDateTaken" minOccurs="0"/>
                <xsd:element ref="ns5:MediaServiceLocation" minOccurs="0"/>
                <xsd:element ref="ns5:MediaServiceOCR" minOccurs="0"/>
                <xsd:element ref="ns1:_ip_UnifiedCompliancePolicyProperties" minOccurs="0"/>
                <xsd:element ref="ns1:_ip_UnifiedCompliancePolicyUIAction" minOccurs="0"/>
                <xsd:element ref="ns5:MediaServiceGenerationTime" minOccurs="0"/>
                <xsd:element ref="ns5:MediaServiceEventHashCode" minOccurs="0"/>
                <xsd:element ref="ns5:MediaServiceAutoKeyPoints" minOccurs="0"/>
                <xsd:element ref="ns5:MediaServiceKeyPoints" minOccurs="0"/>
                <xsd:element ref="ns5: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9" nillable="true" ma:displayName="Unified Compliance Policy Properties" ma:hidden="true" ma:internalName="_ip_UnifiedCompliancePolicyProperties">
      <xsd:simpleType>
        <xsd:restriction base="dms:Note"/>
      </xsd:simpleType>
    </xsd:element>
    <xsd:element name="_ip_UnifiedCompliancePolicyUIAction" ma:index="3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18c1617-1ac8-4b22-9cef-b2ac240d88cb" elementFormDefault="qualified">
    <xsd:import namespace="http://schemas.microsoft.com/office/2006/documentManagement/types"/>
    <xsd:import namespace="http://schemas.microsoft.com/office/infopath/2007/PartnerControls"/>
    <xsd:element name="TaxKeywordTaxHTField" ma:index="8" nillable="true" ma:taxonomy="true" ma:internalName="TaxKeywordTaxHTField" ma:taxonomyFieldName="TaxKeyword" ma:displayName="Enterprise Keywords" ma:fieldId="{23f27201-bee3-471e-b2e7-b64fd8b7ca38}" ma:taxonomyMulti="true" ma:sspId="f5af0f96-557c-40e5-b74f-4de88d247c44" ma:termSetId="00000000-0000-0000-0000-000000000000" ma:anchorId="00000000-0000-0000-0000-000000000000" ma:open="true" ma:isKeyword="true">
      <xsd:complexType>
        <xsd:sequence>
          <xsd:element ref="pc:Terms" minOccurs="0" maxOccurs="1"/>
        </xsd:sequence>
      </xsd:complexType>
    </xsd:element>
    <xsd:element name="TaxCatchAll" ma:index="9" nillable="true" ma:displayName="Taxonomy Catch All Column" ma:hidden="true" ma:list="{6dce4d02-e7c4-4e75-81c9-53ab2b9e7afa}" ma:internalName="TaxCatchAll" ma:showField="CatchAllData" ma:web="acb5f3ba-d131-4bc2-809b-d7ed204111ed">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6dce4d02-e7c4-4e75-81c9-53ab2b9e7afa}" ma:internalName="TaxCatchAllLabel" ma:readOnly="true" ma:showField="CatchAllDataLabel" ma:web="acb5f3ba-d131-4bc2-809b-d7ed204111ed">
      <xsd:complexType>
        <xsd:complexContent>
          <xsd:extension base="dms:MultiChoiceLookup">
            <xsd:sequence>
              <xsd:element name="Value" type="dms:Lookup" maxOccurs="unbounded" minOccurs="0" nillable="true"/>
            </xsd:sequence>
          </xsd:extension>
        </xsd:complexContent>
      </xsd:complexType>
    </xsd:element>
    <xsd:element name="hae69c9a3b974f6ea09ed5059cd93782" ma:index="12" nillable="true" ma:taxonomy="true" ma:internalName="hae69c9a3b974f6ea09ed5059cd93782" ma:taxonomyFieldName="ML_Geography" ma:displayName="Geography" ma:fieldId="{1ae69c9a-3b97-4f6e-a09e-d5059cd93782}" ma:taxonomyMulti="true" ma:sspId="f5af0f96-557c-40e5-b74f-4de88d247c44" ma:termSetId="f4bc552d-80e9-412b-b8d4-dc34d9eb8627" ma:anchorId="00000000-0000-0000-0000-000000000000" ma:open="false" ma:isKeyword="false">
      <xsd:complexType>
        <xsd:sequence>
          <xsd:element ref="pc:Terms" minOccurs="0" maxOccurs="1"/>
        </xsd:sequence>
      </xsd:complexType>
    </xsd:element>
    <xsd:element name="aa413b61045448e6bc230aa29a84eb0b" ma:index="14" nillable="true" ma:taxonomy="true" ma:internalName="aa413b61045448e6bc230aa29a84eb0b" ma:taxonomyFieldName="ML_LineOfBusiness" ma:displayName="Line of Business" ma:fieldId="{aa413b61-0454-48e6-bc23-0aa29a84eb0b}" ma:taxonomyMulti="true" ma:sspId="f5af0f96-557c-40e5-b74f-4de88d247c44" ma:termSetId="46c83da5-9adb-4a6d-91e4-77f5077fc76b" ma:anchorId="00000000-0000-0000-0000-000000000000" ma:open="false" ma:isKeyword="false">
      <xsd:complexType>
        <xsd:sequence>
          <xsd:element ref="pc:Terms" minOccurs="0" maxOccurs="1"/>
        </xsd:sequence>
      </xsd:complexType>
    </xsd:element>
    <xsd:element name="o2a67a7f239d463099c84f831d9f71a7" ma:index="16" nillable="true" ma:taxonomy="true" ma:internalName="o2a67a7f239d463099c84f831d9f71a7" ma:taxonomyFieldName="ML_OfficeLocation" ma:displayName="Office Location" ma:fieldId="{82a67a7f-239d-4630-99c8-4f831d9f71a7}" ma:taxonomyMulti="true" ma:sspId="f5af0f96-557c-40e5-b74f-4de88d247c44" ma:termSetId="441ea418-53ba-4ba6-ade2-cf7ca33080f0" ma:anchorId="00000000-0000-0000-0000-000000000000" ma:open="false" ma:isKeyword="false">
      <xsd:complexType>
        <xsd:sequence>
          <xsd:element ref="pc:Terms" minOccurs="0" maxOccurs="1"/>
        </xsd:sequence>
      </xsd:complexType>
    </xsd:element>
    <xsd:element name="pc3a60732cff4bd6a1032848edf6a57b" ma:index="18" nillable="true" ma:taxonomy="true" ma:internalName="pc3a60732cff4bd6a1032848edf6a57b" ma:taxonomyFieldName="ML_Roles" ma:displayName="Roles" ma:fieldId="{9c3a6073-2cff-4bd6-a103-2848edf6a57b}" ma:taxonomyMulti="true" ma:sspId="f5af0f96-557c-40e5-b74f-4de88d247c44" ma:termSetId="79b653d6-6741-48c0-b5a8-f7c31de24a4b"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cb5f3ba-d131-4bc2-809b-d7ed204111ed"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SharingHintHash" ma:index="22"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dc7c1b4-1f5d-467f-9f6c-c0321d055851" elementFormDefault="qualified">
    <xsd:import namespace="http://schemas.microsoft.com/office/2006/documentManagement/types"/>
    <xsd:import namespace="http://schemas.microsoft.com/office/infopath/2007/PartnerControls"/>
    <xsd:element name="MediaServiceMetadata" ma:index="23" nillable="true" ma:displayName="MediaServiceMetadata" ma:hidden="true" ma:internalName="MediaServiceMetadata" ma:readOnly="true">
      <xsd:simpleType>
        <xsd:restriction base="dms:Note"/>
      </xsd:simpleType>
    </xsd:element>
    <xsd:element name="MediaServiceFastMetadata" ma:index="24" nillable="true" ma:displayName="MediaServiceFastMetadata" ma:hidden="true" ma:internalName="MediaServiceFastMetadata" ma:readOnly="true">
      <xsd:simpleType>
        <xsd:restriction base="dms:Note"/>
      </xsd:simpleType>
    </xsd:element>
    <xsd:element name="MediaServiceAutoTags" ma:index="25" nillable="true" ma:displayName="Tags" ma:internalName="MediaServiceAutoTags" ma:readOnly="true">
      <xsd:simpleType>
        <xsd:restriction base="dms:Text"/>
      </xsd:simpleType>
    </xsd:element>
    <xsd:element name="MediaServiceDateTaken" ma:index="26" nillable="true" ma:displayName="MediaServiceDateTaken" ma:hidden="true" ma:internalName="MediaServiceDateTaken" ma:readOnly="true">
      <xsd:simpleType>
        <xsd:restriction base="dms:Text"/>
      </xsd:simpleType>
    </xsd:element>
    <xsd:element name="MediaServiceLocation" ma:index="27" nillable="true" ma:displayName="Location" ma:internalName="MediaServiceLocation" ma:readOnly="true">
      <xsd:simpleType>
        <xsd:restriction base="dms:Text"/>
      </xsd:simpleType>
    </xsd:element>
    <xsd:element name="MediaServiceOCR" ma:index="28" nillable="true" ma:displayName="Extracted Text" ma:internalName="MediaServiceOCR" ma:readOnly="true">
      <xsd:simpleType>
        <xsd:restriction base="dms:Note">
          <xsd:maxLength value="255"/>
        </xsd:restriction>
      </xsd:simpleType>
    </xsd:element>
    <xsd:element name="MediaServiceGenerationTime" ma:index="31" nillable="true" ma:displayName="MediaServiceGenerationTime" ma:hidden="true" ma:internalName="MediaServiceGenerationTime" ma:readOnly="true">
      <xsd:simpleType>
        <xsd:restriction base="dms:Text"/>
      </xsd:simpleType>
    </xsd:element>
    <xsd:element name="MediaServiceEventHashCode" ma:index="32" nillable="true" ma:displayName="MediaServiceEventHashCode" ma:hidden="true" ma:internalName="MediaServiceEventHashCode" ma:readOnly="true">
      <xsd:simpleType>
        <xsd:restriction base="dms:Text"/>
      </xsd:simpleType>
    </xsd:element>
    <xsd:element name="MediaServiceAutoKeyPoints" ma:index="33" nillable="true" ma:displayName="MediaServiceAutoKeyPoints" ma:hidden="true" ma:internalName="MediaServiceAutoKeyPoints" ma:readOnly="true">
      <xsd:simpleType>
        <xsd:restriction base="dms:Note"/>
      </xsd:simpleType>
    </xsd:element>
    <xsd:element name="MediaServiceKeyPoints" ma:index="34" nillable="true" ma:displayName="KeyPoints" ma:internalName="MediaServiceKeyPoints" ma:readOnly="true">
      <xsd:simpleType>
        <xsd:restriction base="dms:Note">
          <xsd:maxLength value="255"/>
        </xsd:restriction>
      </xsd:simpleType>
    </xsd:element>
    <xsd:element name="MediaLengthInSeconds" ma:index="35"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pc3a60732cff4bd6a1032848edf6a57b xmlns="d18c1617-1ac8-4b22-9cef-b2ac240d88cb">
      <Terms xmlns="http://schemas.microsoft.com/office/infopath/2007/PartnerControls"/>
    </pc3a60732cff4bd6a1032848edf6a57b>
    <TaxKeywordTaxHTField xmlns="d18c1617-1ac8-4b22-9cef-b2ac240d88cb">
      <Terms xmlns="http://schemas.microsoft.com/office/infopath/2007/PartnerControls"/>
    </TaxKeywordTaxHTField>
    <aa413b61045448e6bc230aa29a84eb0b xmlns="d18c1617-1ac8-4b22-9cef-b2ac240d88cb">
      <Terms xmlns="http://schemas.microsoft.com/office/infopath/2007/PartnerControls"/>
    </aa413b61045448e6bc230aa29a84eb0b>
    <hae69c9a3b974f6ea09ed5059cd93782 xmlns="d18c1617-1ac8-4b22-9cef-b2ac240d88cb">
      <Terms xmlns="http://schemas.microsoft.com/office/infopath/2007/PartnerControls"/>
    </hae69c9a3b974f6ea09ed5059cd93782>
    <_ip_UnifiedCompliancePolicyProperties xmlns="http://schemas.microsoft.com/sharepoint/v3" xsi:nil="true"/>
    <o2a67a7f239d463099c84f831d9f71a7 xmlns="d18c1617-1ac8-4b22-9cef-b2ac240d88cb">
      <Terms xmlns="http://schemas.microsoft.com/office/infopath/2007/PartnerControls"/>
    </o2a67a7f239d463099c84f831d9f71a7>
    <TaxCatchAll xmlns="d18c1617-1ac8-4b22-9cef-b2ac240d88cb"/>
  </documentManagement>
</p:properties>
</file>

<file path=customXml/itemProps1.xml><?xml version="1.0" encoding="utf-8"?>
<ds:datastoreItem xmlns:ds="http://schemas.openxmlformats.org/officeDocument/2006/customXml" ds:itemID="{5D749A93-B6FF-4A07-B50E-BC44820201A1}">
  <ds:schemaRefs>
    <ds:schemaRef ds:uri="http://schemas.microsoft.com/sharepoint/v3/contenttype/forms"/>
  </ds:schemaRefs>
</ds:datastoreItem>
</file>

<file path=customXml/itemProps2.xml><?xml version="1.0" encoding="utf-8"?>
<ds:datastoreItem xmlns:ds="http://schemas.openxmlformats.org/officeDocument/2006/customXml" ds:itemID="{751147D0-DB77-40A3-AE7A-6C080B77C872}">
  <ds:schemaRefs>
    <ds:schemaRef ds:uri="Microsoft.SharePoint.Taxonomy.ContentTypeSync"/>
  </ds:schemaRefs>
</ds:datastoreItem>
</file>

<file path=customXml/itemProps3.xml><?xml version="1.0" encoding="utf-8"?>
<ds:datastoreItem xmlns:ds="http://schemas.openxmlformats.org/officeDocument/2006/customXml" ds:itemID="{D4AF0A3E-7732-44D1-877D-656BAE0F2A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18c1617-1ac8-4b22-9cef-b2ac240d88cb"/>
    <ds:schemaRef ds:uri="acb5f3ba-d131-4bc2-809b-d7ed204111ed"/>
    <ds:schemaRef ds:uri="3dc7c1b4-1f5d-467f-9f6c-c0321d0558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FBA5034B-FDCE-43E1-88DB-D8D9089EA64D}">
  <ds:schemaRefs>
    <ds:schemaRef ds:uri="http://schemas.microsoft.com/office/2006/metadata/properties"/>
    <ds:schemaRef ds:uri="http://schemas.microsoft.com/office/infopath/2007/PartnerControls"/>
    <ds:schemaRef ds:uri="http://schemas.microsoft.com/sharepoint/v3"/>
    <ds:schemaRef ds:uri="d18c1617-1ac8-4b22-9cef-b2ac240d88cb"/>
  </ds:schemaRefs>
</ds:datastoreItem>
</file>

<file path=docProps/app.xml><?xml version="1.0" encoding="utf-8"?>
<Properties xmlns="http://schemas.openxmlformats.org/officeDocument/2006/extended-properties" xmlns:vt="http://schemas.openxmlformats.org/officeDocument/2006/docPropsVTypes">
  <Template/>
  <TotalTime>60136</TotalTime>
  <Words>1897</Words>
  <Application>Microsoft Office PowerPoint</Application>
  <PresentationFormat>On-screen Show (4:3)</PresentationFormat>
  <Paragraphs>240</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.AppleSystemUIFont</vt:lpstr>
      <vt:lpstr>Arial</vt:lpstr>
      <vt:lpstr>Calibri</vt:lpstr>
      <vt:lpstr>Consolas</vt:lpstr>
      <vt:lpstr>Georgia</vt:lpstr>
      <vt:lpstr>Impact</vt:lpstr>
      <vt:lpstr>1_Default Theme</vt:lpstr>
      <vt:lpstr>A Modern GRID API </vt:lpstr>
      <vt:lpstr>What is a modern API?</vt:lpstr>
      <vt:lpstr>What is a modern API?   --  a simple example</vt:lpstr>
      <vt:lpstr>Making the GRID API a modern API</vt:lpstr>
      <vt:lpstr>Performance</vt:lpstr>
      <vt:lpstr>REST API</vt:lpstr>
      <vt:lpstr>GRID API – proposed methods on resources </vt:lpstr>
      <vt:lpstr>Authentication</vt:lpstr>
      <vt:lpstr>Authorization</vt:lpstr>
      <vt:lpstr>Data Model</vt:lpstr>
      <vt:lpstr>Onboarding</vt:lpstr>
      <vt:lpstr>Pub/Sub</vt:lpstr>
      <vt:lpstr>Appendix</vt:lpstr>
      <vt:lpstr>Transformation message from CIO Pawan</vt:lpstr>
      <vt:lpstr>Long polling pattern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rkempinski@metlife.com</dc:creator>
  <cp:lastModifiedBy>Kempinski, Rich</cp:lastModifiedBy>
  <cp:revision>318</cp:revision>
  <cp:lastPrinted>2017-09-25T18:15:04Z</cp:lastPrinted>
  <dcterms:created xsi:type="dcterms:W3CDTF">2016-10-12T07:45:17Z</dcterms:created>
  <dcterms:modified xsi:type="dcterms:W3CDTF">2021-08-25T20:11:07Z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0x0101009F94FEA49545AA4EA626191E22047EC1</vt:lpwstr>
  </property>
</Properties>
</file>