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89" r:id="rId5"/>
  </p:sldMasterIdLst>
  <p:notesMasterIdLst>
    <p:notesMasterId r:id="rId7"/>
  </p:notesMasterIdLst>
  <p:handoutMasterIdLst>
    <p:handoutMasterId r:id="rId8"/>
  </p:handoutMasterIdLst>
  <p:sldIdLst>
    <p:sldId id="470" r:id="rId6"/>
  </p:sldIdLst>
  <p:sldSz cx="9144000" cy="6858000" type="letter"/>
  <p:notesSz cx="7010400" cy="92964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A026C4-CBA4-40BC-BE70-FE3EEBC011E8}">
          <p14:sldIdLst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02">
          <p15:clr>
            <a:srgbClr val="A4A3A4"/>
          </p15:clr>
        </p15:guide>
        <p15:guide id="2" orient="horz" pos="976">
          <p15:clr>
            <a:srgbClr val="A4A3A4"/>
          </p15:clr>
        </p15:guide>
        <p15:guide id="3" orient="horz" pos="330">
          <p15:clr>
            <a:srgbClr val="A4A3A4"/>
          </p15:clr>
        </p15:guide>
        <p15:guide id="4" orient="horz" pos="505">
          <p15:clr>
            <a:srgbClr val="A4A3A4"/>
          </p15:clr>
        </p15:guide>
        <p15:guide id="5" orient="horz" pos="200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2311">
          <p15:clr>
            <a:srgbClr val="A4A3A4"/>
          </p15:clr>
        </p15:guide>
        <p15:guide id="8" orient="horz" pos="4319">
          <p15:clr>
            <a:srgbClr val="A4A3A4"/>
          </p15:clr>
        </p15:guide>
        <p15:guide id="9" pos="297">
          <p15:clr>
            <a:srgbClr val="A4A3A4"/>
          </p15:clr>
        </p15:guide>
        <p15:guide id="10" pos="5472">
          <p15:clr>
            <a:srgbClr val="A4A3A4"/>
          </p15:clr>
        </p15:guide>
        <p15:guide id="11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0F0"/>
    <a:srgbClr val="808080"/>
    <a:srgbClr val="CBCBC8"/>
    <a:srgbClr val="9FA0A2"/>
    <a:srgbClr val="6C6F71"/>
    <a:srgbClr val="FFC600"/>
    <a:srgbClr val="FF9900"/>
    <a:srgbClr val="FFCC00"/>
    <a:srgbClr val="C0C0C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89440" autoAdjust="0"/>
  </p:normalViewPr>
  <p:slideViewPr>
    <p:cSldViewPr snapToGrid="0" showGuides="1">
      <p:cViewPr varScale="1">
        <p:scale>
          <a:sx n="110" d="100"/>
          <a:sy n="110" d="100"/>
        </p:scale>
        <p:origin x="1560" y="96"/>
      </p:cViewPr>
      <p:guideLst>
        <p:guide orient="horz" pos="4202"/>
        <p:guide orient="horz" pos="976"/>
        <p:guide orient="horz" pos="330"/>
        <p:guide orient="horz" pos="505"/>
        <p:guide orient="horz" pos="2000"/>
        <p:guide orient="horz" pos="3984"/>
        <p:guide orient="horz" pos="2311"/>
        <p:guide orient="horz" pos="4319"/>
        <p:guide pos="297"/>
        <p:guide pos="5472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-1770" y="-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038475" cy="46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9" y="0"/>
            <a:ext cx="3038475" cy="46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29164"/>
            <a:ext cx="3038475" cy="46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137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038475" cy="46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9" y="0"/>
            <a:ext cx="3038475" cy="46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502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7" y="4416195"/>
            <a:ext cx="5607050" cy="41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29164"/>
            <a:ext cx="3038475" cy="46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9" y="8829164"/>
            <a:ext cx="3038475" cy="46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37" tIns="45818" rIns="91637" bIns="4581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BEA4BF13-44B9-4D61-B3CE-3D20E3AE99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839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e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e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jpe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/>
          <p:cNvPicPr preferRelativeResize="0"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346" y="947484"/>
            <a:ext cx="1735807" cy="1593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4" t="25599" r="9369" b="25265"/>
          <a:stretch/>
        </p:blipFill>
        <p:spPr>
          <a:xfrm>
            <a:off x="540160" y="674175"/>
            <a:ext cx="2200588" cy="520139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6444021"/>
            <a:ext cx="5945444" cy="4203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945443" y="6444021"/>
            <a:ext cx="918088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63530" y="6444021"/>
            <a:ext cx="1852908" cy="42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8716436" y="6444021"/>
            <a:ext cx="427564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483013" y="3704884"/>
            <a:ext cx="8146141" cy="77421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013" y="4577048"/>
            <a:ext cx="4736688" cy="325152"/>
          </a:xfrm>
        </p:spPr>
        <p:txBody>
          <a:bodyPr t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Presenter’s Name</a:t>
            </a:r>
          </a:p>
        </p:txBody>
      </p:sp>
      <p:sp>
        <p:nvSpPr>
          <p:cNvPr id="24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483013" y="4953001"/>
            <a:ext cx="4736688" cy="298450"/>
          </a:xfrm>
        </p:spPr>
        <p:txBody>
          <a:bodyPr tIns="0" b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2" name="Content Placeholder 16"/>
          <p:cNvSpPr>
            <a:spLocks noGrp="1"/>
          </p:cNvSpPr>
          <p:nvPr>
            <p:ph sz="quarter" idx="11" hasCustomPrompt="1"/>
          </p:nvPr>
        </p:nvSpPr>
        <p:spPr>
          <a:xfrm>
            <a:off x="483012" y="5314944"/>
            <a:ext cx="4736688" cy="292106"/>
          </a:xfrm>
        </p:spPr>
        <p:txBody>
          <a:bodyPr tIns="0" b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9204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/>
          <p:cNvPicPr preferRelativeResize="0"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346" y="947484"/>
            <a:ext cx="1735807" cy="1593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4" t="25599" r="9369" b="25265"/>
          <a:stretch/>
        </p:blipFill>
        <p:spPr>
          <a:xfrm>
            <a:off x="540160" y="674175"/>
            <a:ext cx="2200588" cy="520139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6444021"/>
            <a:ext cx="5945444" cy="4203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945443" y="6444021"/>
            <a:ext cx="918088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63530" y="6444021"/>
            <a:ext cx="1852908" cy="42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8716436" y="6444021"/>
            <a:ext cx="427564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483013" y="3704884"/>
            <a:ext cx="8146141" cy="77421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013" y="4744250"/>
            <a:ext cx="4736688" cy="325152"/>
          </a:xfrm>
          <a:prstGeom prst="rect">
            <a:avLst/>
          </a:prstGeom>
        </p:spPr>
        <p:txBody>
          <a:bodyPr t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[Audience (optional)]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1" hasCustomPrompt="1"/>
          </p:nvPr>
        </p:nvSpPr>
        <p:spPr>
          <a:xfrm>
            <a:off x="483013" y="5125088"/>
            <a:ext cx="4736688" cy="292106"/>
          </a:xfrm>
          <a:prstGeom prst="rect">
            <a:avLst/>
          </a:prstGeom>
        </p:spPr>
        <p:txBody>
          <a:bodyPr tIns="0" b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56880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 userDrawn="1"/>
        </p:nvSpPr>
        <p:spPr>
          <a:xfrm>
            <a:off x="0" y="6444021"/>
            <a:ext cx="5945444" cy="4203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945443" y="6444021"/>
            <a:ext cx="918088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63530" y="6444021"/>
            <a:ext cx="1852908" cy="42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8716436" y="6444021"/>
            <a:ext cx="427564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717476" y="2506508"/>
            <a:ext cx="5709049" cy="1844984"/>
            <a:chOff x="1578384" y="2542247"/>
            <a:chExt cx="5709049" cy="1844984"/>
          </a:xfrm>
        </p:grpSpPr>
        <p:pic>
          <p:nvPicPr>
            <p:cNvPr id="10" name="Picture 9"/>
            <p:cNvPicPr preferRelativeResize="0"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4130" y="4010560"/>
              <a:ext cx="4103303" cy="376671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54" t="25599" r="9369" b="25265"/>
            <a:stretch/>
          </p:blipFill>
          <p:spPr>
            <a:xfrm>
              <a:off x="1578384" y="2542247"/>
              <a:ext cx="5158159" cy="1219199"/>
            </a:xfrm>
            <a:prstGeom prst="rect">
              <a:avLst/>
            </a:prstGeom>
          </p:spPr>
        </p:pic>
      </p:grpSp>
      <p:sp>
        <p:nvSpPr>
          <p:cNvPr id="15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23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80159" y="6256979"/>
            <a:ext cx="7406640" cy="358665"/>
          </a:xfrm>
          <a:prstGeom prst="rect">
            <a:avLst/>
          </a:prstGeom>
        </p:spPr>
        <p:txBody>
          <a:bodyPr lIns="91440" tIns="0" rIns="91440" bIns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400" kern="1200" dirty="0">
                <a:solidFill>
                  <a:schemeClr val="accent4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269157" y="1067916"/>
            <a:ext cx="8604503" cy="5017757"/>
          </a:xfrm>
          <a:prstGeom prst="rect">
            <a:avLst/>
          </a:prstGeom>
        </p:spPr>
        <p:txBody>
          <a:bodyPr/>
          <a:lstStyle>
            <a:lvl1pPr marL="182880" indent="-182880">
              <a:defRPr/>
            </a:lvl1pPr>
            <a:lvl2pPr marL="365760" indent="-182880">
              <a:defRPr/>
            </a:lvl2pPr>
            <a:lvl3pPr marL="548640" indent="-182880">
              <a:defRPr/>
            </a:lvl3pPr>
            <a:lvl4pPr marL="731520" indent="-182880">
              <a:defRPr/>
            </a:lvl4pPr>
            <a:lvl5pPr marL="914400" indent="-182880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367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157" y="1067916"/>
            <a:ext cx="8604504" cy="5017757"/>
          </a:xfrm>
          <a:prstGeom prst="rect">
            <a:avLst/>
          </a:prstGeom>
        </p:spPr>
        <p:txBody>
          <a:bodyPr/>
          <a:lstStyle>
            <a:lvl1pPr marL="182880" indent="-182880">
              <a:defRPr sz="1800"/>
            </a:lvl1pPr>
            <a:lvl2pPr marL="365760" indent="-182880">
              <a:defRPr sz="1600"/>
            </a:lvl2pPr>
            <a:lvl3pPr marL="548640" indent="-182880">
              <a:defRPr sz="1400"/>
            </a:lvl3pPr>
            <a:lvl4pPr marL="731520" indent="-182880">
              <a:defRPr sz="1200"/>
            </a:lvl4pPr>
            <a:lvl5pPr marL="914400" indent="-182880"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80159" y="6256979"/>
            <a:ext cx="7406640" cy="358665"/>
          </a:xfrm>
          <a:prstGeom prst="rect">
            <a:avLst/>
          </a:prstGeom>
        </p:spPr>
        <p:txBody>
          <a:bodyPr lIns="91440" tIns="0" rIns="91440" bIns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400" kern="1200" dirty="0">
                <a:solidFill>
                  <a:schemeClr val="accent4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 text</a:t>
            </a:r>
          </a:p>
        </p:txBody>
      </p:sp>
    </p:spTree>
    <p:extLst>
      <p:ext uri="{BB962C8B-B14F-4D97-AF65-F5344CB8AC3E}">
        <p14:creationId xmlns:p14="http://schemas.microsoft.com/office/powerpoint/2010/main" val="262011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7003" y="1055071"/>
            <a:ext cx="8604504" cy="311037"/>
          </a:xfrm>
        </p:spPr>
        <p:txBody>
          <a:bodyPr lIns="91440" tIns="0" rIns="91440" bIns="0" anchor="b" anchorCtr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80159" y="6256979"/>
            <a:ext cx="7406640" cy="358665"/>
          </a:xfrm>
          <a:prstGeom prst="rect">
            <a:avLst/>
          </a:prstGeom>
        </p:spPr>
        <p:txBody>
          <a:bodyPr lIns="91440" tIns="0" rIns="91440" bIns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400" kern="1200" dirty="0">
                <a:solidFill>
                  <a:schemeClr val="accent4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 text</a:t>
            </a:r>
          </a:p>
        </p:txBody>
      </p:sp>
    </p:spTree>
    <p:extLst>
      <p:ext uri="{BB962C8B-B14F-4D97-AF65-F5344CB8AC3E}">
        <p14:creationId xmlns:p14="http://schemas.microsoft.com/office/powerpoint/2010/main" val="67536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80159" y="6256979"/>
            <a:ext cx="7406640" cy="358665"/>
          </a:xfrm>
          <a:prstGeom prst="rect">
            <a:avLst/>
          </a:prstGeom>
        </p:spPr>
        <p:txBody>
          <a:bodyPr lIns="91440" tIns="0" rIns="91440" bIns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400" kern="1200" dirty="0">
                <a:solidFill>
                  <a:schemeClr val="accent4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 text</a:t>
            </a:r>
          </a:p>
        </p:txBody>
      </p:sp>
    </p:spTree>
    <p:extLst>
      <p:ext uri="{BB962C8B-B14F-4D97-AF65-F5344CB8AC3E}">
        <p14:creationId xmlns:p14="http://schemas.microsoft.com/office/powerpoint/2010/main" val="110138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94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157" y="204829"/>
            <a:ext cx="8604504" cy="14630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280159" y="6256979"/>
            <a:ext cx="7406640" cy="358665"/>
          </a:xfrm>
          <a:prstGeom prst="rect">
            <a:avLst/>
          </a:prstGeom>
        </p:spPr>
        <p:txBody>
          <a:bodyPr lIns="91440" tIns="0" rIns="91440" bIns="0" anchor="b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400" kern="1200" dirty="0">
                <a:solidFill>
                  <a:schemeClr val="accent4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Source text</a:t>
            </a:r>
          </a:p>
        </p:txBody>
      </p:sp>
    </p:spTree>
    <p:extLst>
      <p:ext uri="{BB962C8B-B14F-4D97-AF65-F5344CB8AC3E}">
        <p14:creationId xmlns:p14="http://schemas.microsoft.com/office/powerpoint/2010/main" val="282659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157" y="204829"/>
            <a:ext cx="8604504" cy="14630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297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96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32713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 rot="10800000" flipH="1">
            <a:off x="5343526" y="6274548"/>
            <a:ext cx="538489" cy="580528"/>
          </a:xfrm>
          <a:custGeom>
            <a:avLst/>
            <a:gdLst>
              <a:gd name="connsiteX0" fmla="*/ 0 w 441016"/>
              <a:gd name="connsiteY0" fmla="*/ 0 h 435396"/>
              <a:gd name="connsiteX1" fmla="*/ 441016 w 441016"/>
              <a:gd name="connsiteY1" fmla="*/ 187 h 435396"/>
              <a:gd name="connsiteX2" fmla="*/ 209101 w 441016"/>
              <a:gd name="connsiteY2" fmla="*/ 435396 h 435396"/>
              <a:gd name="connsiteX3" fmla="*/ 0 w 441016"/>
              <a:gd name="connsiteY3" fmla="*/ 435396 h 435396"/>
              <a:gd name="connsiteX4" fmla="*/ 0 w 441016"/>
              <a:gd name="connsiteY4" fmla="*/ 0 h 43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016" h="435396">
                <a:moveTo>
                  <a:pt x="0" y="0"/>
                </a:moveTo>
                <a:lnTo>
                  <a:pt x="441016" y="187"/>
                </a:lnTo>
                <a:cubicBezTo>
                  <a:pt x="439912" y="207169"/>
                  <a:pt x="419756" y="390339"/>
                  <a:pt x="209101" y="435396"/>
                </a:cubicBezTo>
                <a:lnTo>
                  <a:pt x="0" y="435396"/>
                </a:lnTo>
                <a:lnTo>
                  <a:pt x="0" y="0"/>
                </a:lnTo>
                <a:close/>
              </a:path>
            </a:pathLst>
          </a:custGeom>
          <a:solidFill>
            <a:srgbClr val="99D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" name="Rectangle 2"/>
          <p:cNvSpPr/>
          <p:nvPr userDrawn="1"/>
        </p:nvSpPr>
        <p:spPr>
          <a:xfrm>
            <a:off x="-1" y="6274549"/>
            <a:ext cx="5614989" cy="583453"/>
          </a:xfrm>
          <a:custGeom>
            <a:avLst/>
            <a:gdLst>
              <a:gd name="connsiteX0" fmla="*/ 0 w 7946118"/>
              <a:gd name="connsiteY0" fmla="*/ 0 h 437589"/>
              <a:gd name="connsiteX1" fmla="*/ 7946118 w 7946118"/>
              <a:gd name="connsiteY1" fmla="*/ 0 h 437589"/>
              <a:gd name="connsiteX2" fmla="*/ 7946118 w 7946118"/>
              <a:gd name="connsiteY2" fmla="*/ 437589 h 437589"/>
              <a:gd name="connsiteX3" fmla="*/ 0 w 7946118"/>
              <a:gd name="connsiteY3" fmla="*/ 437589 h 437589"/>
              <a:gd name="connsiteX4" fmla="*/ 0 w 7946118"/>
              <a:gd name="connsiteY4" fmla="*/ 0 h 437589"/>
              <a:gd name="connsiteX0" fmla="*/ 0 w 7946118"/>
              <a:gd name="connsiteY0" fmla="*/ 0 h 437589"/>
              <a:gd name="connsiteX1" fmla="*/ 7777049 w 7946118"/>
              <a:gd name="connsiteY1" fmla="*/ 0 h 437589"/>
              <a:gd name="connsiteX2" fmla="*/ 7946118 w 7946118"/>
              <a:gd name="connsiteY2" fmla="*/ 437589 h 437589"/>
              <a:gd name="connsiteX3" fmla="*/ 0 w 7946118"/>
              <a:gd name="connsiteY3" fmla="*/ 437589 h 437589"/>
              <a:gd name="connsiteX4" fmla="*/ 0 w 7946118"/>
              <a:gd name="connsiteY4" fmla="*/ 0 h 437589"/>
              <a:gd name="connsiteX0" fmla="*/ 0 w 7946118"/>
              <a:gd name="connsiteY0" fmla="*/ 0 h 437589"/>
              <a:gd name="connsiteX1" fmla="*/ 7898493 w 7946118"/>
              <a:gd name="connsiteY1" fmla="*/ 2381 h 437589"/>
              <a:gd name="connsiteX2" fmla="*/ 7946118 w 7946118"/>
              <a:gd name="connsiteY2" fmla="*/ 437589 h 437589"/>
              <a:gd name="connsiteX3" fmla="*/ 0 w 7946118"/>
              <a:gd name="connsiteY3" fmla="*/ 437589 h 437589"/>
              <a:gd name="connsiteX4" fmla="*/ 0 w 7946118"/>
              <a:gd name="connsiteY4" fmla="*/ 0 h 437589"/>
              <a:gd name="connsiteX0" fmla="*/ 0 w 7898493"/>
              <a:gd name="connsiteY0" fmla="*/ 0 h 439971"/>
              <a:gd name="connsiteX1" fmla="*/ 7898493 w 7898493"/>
              <a:gd name="connsiteY1" fmla="*/ 2381 h 439971"/>
              <a:gd name="connsiteX2" fmla="*/ 7543687 w 7898493"/>
              <a:gd name="connsiteY2" fmla="*/ 439971 h 439971"/>
              <a:gd name="connsiteX3" fmla="*/ 0 w 7898493"/>
              <a:gd name="connsiteY3" fmla="*/ 437589 h 439971"/>
              <a:gd name="connsiteX4" fmla="*/ 0 w 7898493"/>
              <a:gd name="connsiteY4" fmla="*/ 0 h 439971"/>
              <a:gd name="connsiteX0" fmla="*/ 0 w 7898493"/>
              <a:gd name="connsiteY0" fmla="*/ 0 h 437590"/>
              <a:gd name="connsiteX1" fmla="*/ 7898493 w 7898493"/>
              <a:gd name="connsiteY1" fmla="*/ 2381 h 437590"/>
              <a:gd name="connsiteX2" fmla="*/ 7572262 w 7898493"/>
              <a:gd name="connsiteY2" fmla="*/ 437590 h 437590"/>
              <a:gd name="connsiteX3" fmla="*/ 0 w 7898493"/>
              <a:gd name="connsiteY3" fmla="*/ 437589 h 437590"/>
              <a:gd name="connsiteX4" fmla="*/ 0 w 7898493"/>
              <a:gd name="connsiteY4" fmla="*/ 0 h 437590"/>
              <a:gd name="connsiteX0" fmla="*/ 0 w 7898493"/>
              <a:gd name="connsiteY0" fmla="*/ 0 h 437590"/>
              <a:gd name="connsiteX1" fmla="*/ 7898493 w 7898493"/>
              <a:gd name="connsiteY1" fmla="*/ 2381 h 437590"/>
              <a:gd name="connsiteX2" fmla="*/ 7572262 w 7898493"/>
              <a:gd name="connsiteY2" fmla="*/ 437590 h 437590"/>
              <a:gd name="connsiteX3" fmla="*/ 0 w 7898493"/>
              <a:gd name="connsiteY3" fmla="*/ 437589 h 437590"/>
              <a:gd name="connsiteX4" fmla="*/ 0 w 7898493"/>
              <a:gd name="connsiteY4" fmla="*/ 0 h 437590"/>
              <a:gd name="connsiteX0" fmla="*/ 0 w 7898493"/>
              <a:gd name="connsiteY0" fmla="*/ 0 h 437590"/>
              <a:gd name="connsiteX1" fmla="*/ 7898493 w 7898493"/>
              <a:gd name="connsiteY1" fmla="*/ 2381 h 437590"/>
              <a:gd name="connsiteX2" fmla="*/ 7572262 w 7898493"/>
              <a:gd name="connsiteY2" fmla="*/ 437590 h 437590"/>
              <a:gd name="connsiteX3" fmla="*/ 0 w 7898493"/>
              <a:gd name="connsiteY3" fmla="*/ 437589 h 437590"/>
              <a:gd name="connsiteX4" fmla="*/ 0 w 7898493"/>
              <a:gd name="connsiteY4" fmla="*/ 0 h 43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98493" h="437590">
                <a:moveTo>
                  <a:pt x="0" y="0"/>
                </a:moveTo>
                <a:lnTo>
                  <a:pt x="7898493" y="2381"/>
                </a:lnTo>
                <a:cubicBezTo>
                  <a:pt x="7896939" y="209363"/>
                  <a:pt x="7868587" y="392533"/>
                  <a:pt x="7572262" y="437590"/>
                </a:cubicBezTo>
                <a:lnTo>
                  <a:pt x="0" y="437589"/>
                </a:lnTo>
                <a:lnTo>
                  <a:pt x="0" y="0"/>
                </a:lnTo>
                <a:close/>
              </a:path>
            </a:pathLst>
          </a:custGeom>
          <a:solidFill>
            <a:srgbClr val="23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1778B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72" y="6328087"/>
            <a:ext cx="539195" cy="501028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fld id="{B32AB80A-78BA-6B42-BA0D-B44ACF890F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869155" y="6429789"/>
            <a:ext cx="19231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cs typeface="Arial"/>
              </a:rPr>
              <a:t>© 2019 Cognizant 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741362" y="6429790"/>
            <a:ext cx="0" cy="32188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02" y="6390477"/>
            <a:ext cx="1198612" cy="351592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4000" cy="50911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000">
                <a:solidFill>
                  <a:srgbClr val="084168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7799387" y="6429790"/>
            <a:ext cx="0" cy="3218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535" y="6424168"/>
            <a:ext cx="1106426" cy="30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8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69157" y="204829"/>
            <a:ext cx="8604504" cy="75895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269157" y="1067916"/>
            <a:ext cx="8604504" cy="512064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524551" y="6458048"/>
            <a:ext cx="542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B843ECF-461F-4819-A4F0-ADD4A890588D}" type="slidenum">
              <a:rPr lang="en-US" sz="1600" smtClean="0">
                <a:solidFill>
                  <a:srgbClr val="898989"/>
                </a:solidFill>
                <a:latin typeface="+mn-lt"/>
              </a:rPr>
              <a:pPr algn="r"/>
              <a:t>‹#›</a:t>
            </a:fld>
            <a:endParaRPr lang="en-US" sz="1600" dirty="0">
              <a:solidFill>
                <a:srgbClr val="898989"/>
              </a:solidFill>
              <a:latin typeface="+mn-lt"/>
            </a:endParaRPr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203476" y="6318971"/>
            <a:ext cx="1036387" cy="402977"/>
            <a:chOff x="1655154" y="6299399"/>
            <a:chExt cx="1255103" cy="488020"/>
          </a:xfrm>
        </p:grpSpPr>
        <p:sp>
          <p:nvSpPr>
            <p:cNvPr id="14" name="Rectangle 13"/>
            <p:cNvSpPr/>
            <p:nvPr userDrawn="1"/>
          </p:nvSpPr>
          <p:spPr>
            <a:xfrm>
              <a:off x="1655154" y="6299399"/>
              <a:ext cx="1255103" cy="488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54" t="25599" r="9369" b="25265"/>
            <a:stretch/>
          </p:blipFill>
          <p:spPr>
            <a:xfrm>
              <a:off x="1788914" y="6426695"/>
              <a:ext cx="987582" cy="233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91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06" r:id="rId2"/>
    <p:sldLayoutId id="2147483811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12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ts val="600"/>
        </a:spcBef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v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9573-1FCB-48EE-917D-6A586174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AD token Authentication approach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885A13-83E8-43D2-875D-237677493B1A}"/>
              </a:ext>
            </a:extLst>
          </p:cNvPr>
          <p:cNvSpPr/>
          <p:nvPr/>
        </p:nvSpPr>
        <p:spPr>
          <a:xfrm>
            <a:off x="344541" y="2020343"/>
            <a:ext cx="2990331" cy="2406528"/>
          </a:xfrm>
          <a:prstGeom prst="rect">
            <a:avLst/>
          </a:prstGeom>
          <a:ln>
            <a:prstDash val="dash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l"/>
            <a:r>
              <a:rPr lang="en-US" sz="1600" dirty="0">
                <a:solidFill>
                  <a:srgbClr val="002060"/>
                </a:solidFill>
              </a:rPr>
              <a:t>Proof DXC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EC5BA4-6995-41B2-962B-9A1BB94F37F5}"/>
              </a:ext>
            </a:extLst>
          </p:cNvPr>
          <p:cNvSpPr/>
          <p:nvPr/>
        </p:nvSpPr>
        <p:spPr>
          <a:xfrm>
            <a:off x="968190" y="778991"/>
            <a:ext cx="2635622" cy="1121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E3187C-40D7-4FF0-A66E-EBF75A8B4A45}"/>
              </a:ext>
            </a:extLst>
          </p:cNvPr>
          <p:cNvSpPr/>
          <p:nvPr/>
        </p:nvSpPr>
        <p:spPr>
          <a:xfrm>
            <a:off x="4572000" y="563840"/>
            <a:ext cx="4416315" cy="5173572"/>
          </a:xfrm>
          <a:prstGeom prst="rect">
            <a:avLst/>
          </a:prstGeom>
          <a:ln>
            <a:prstDash val="dash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l"/>
            <a:r>
              <a:rPr lang="en-US" sz="1600" dirty="0">
                <a:solidFill>
                  <a:srgbClr val="002060"/>
                </a:solidFill>
              </a:rPr>
              <a:t>Azure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75557AE-50C6-4E2C-945F-3E0779F4D656}"/>
              </a:ext>
            </a:extLst>
          </p:cNvPr>
          <p:cNvSpPr/>
          <p:nvPr/>
        </p:nvSpPr>
        <p:spPr>
          <a:xfrm>
            <a:off x="5861532" y="1175001"/>
            <a:ext cx="2816302" cy="8453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Azure Key Vault </a:t>
            </a:r>
            <a:r>
              <a:rPr lang="en-US" sz="1200" dirty="0"/>
              <a:t>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98607E9-9604-41C5-A9A7-EB6E891C763B}"/>
              </a:ext>
            </a:extLst>
          </p:cNvPr>
          <p:cNvSpPr/>
          <p:nvPr/>
        </p:nvSpPr>
        <p:spPr>
          <a:xfrm>
            <a:off x="5785568" y="2991738"/>
            <a:ext cx="2868705" cy="9547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Azure AD </a:t>
            </a:r>
          </a:p>
        </p:txBody>
      </p:sp>
      <p:pic>
        <p:nvPicPr>
          <p:cNvPr id="30" name="Picture 2" descr="GitHub - SparebankenVest/azure-key-vault-to-kubernetes: Azure Key Vault to  Kubernetes (akv2k8s for short) makes it simple and secure to use Azure Key  Vault secrets, keys and certificates in Kubernetes.">
            <a:extLst>
              <a:ext uri="{FF2B5EF4-FFF2-40B4-BE49-F238E27FC236}">
                <a16:creationId xmlns:a16="http://schemas.microsoft.com/office/drawing/2014/main" id="{57DFE78C-9802-4627-8F38-554E91CD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238" y="1300052"/>
            <a:ext cx="1117600" cy="575928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1" name="Picture 4" descr="New Azure Active Directory Features">
            <a:extLst>
              <a:ext uri="{FF2B5EF4-FFF2-40B4-BE49-F238E27FC236}">
                <a16:creationId xmlns:a16="http://schemas.microsoft.com/office/drawing/2014/main" id="{E8C452A5-3E13-4CC1-B1B3-1FD0C453D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818" y="3169715"/>
            <a:ext cx="645458" cy="6956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21B6F6F-4D96-4E3F-AAE5-A43D762D0EDC}"/>
              </a:ext>
            </a:extLst>
          </p:cNvPr>
          <p:cNvSpPr/>
          <p:nvPr/>
        </p:nvSpPr>
        <p:spPr>
          <a:xfrm>
            <a:off x="838724" y="2418518"/>
            <a:ext cx="2392616" cy="15678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Token Service  + Authorization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CA25CC5-EDF7-4815-9384-F0025341AA76}"/>
              </a:ext>
            </a:extLst>
          </p:cNvPr>
          <p:cNvSpPr/>
          <p:nvPr/>
        </p:nvSpPr>
        <p:spPr>
          <a:xfrm>
            <a:off x="5792000" y="4691575"/>
            <a:ext cx="2868705" cy="9547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200" dirty="0">
              <a:solidFill>
                <a:schemeClr val="tx1"/>
              </a:solidFill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</a:rPr>
              <a:t>GRID DAL API</a:t>
            </a:r>
          </a:p>
          <a:p>
            <a:pPr algn="l"/>
            <a:endParaRPr lang="en-US" sz="1200" dirty="0">
              <a:solidFill>
                <a:schemeClr val="tx1"/>
              </a:solidFill>
            </a:endParaRPr>
          </a:p>
          <a:p>
            <a:pPr algn="l"/>
            <a:r>
              <a:rPr lang="en-US" sz="1200" dirty="0">
                <a:solidFill>
                  <a:schemeClr val="tx1"/>
                </a:solidFill>
              </a:rPr>
              <a:t>Validate Azure AD token </a:t>
            </a:r>
          </a:p>
          <a:p>
            <a:pPr algn="l"/>
            <a:r>
              <a:rPr lang="en-US" sz="1200" dirty="0">
                <a:solidFill>
                  <a:schemeClr val="tx1"/>
                </a:solidFill>
              </a:rPr>
              <a:t>and provide access </a:t>
            </a:r>
          </a:p>
        </p:txBody>
      </p:sp>
      <p:pic>
        <p:nvPicPr>
          <p:cNvPr id="39" name="Picture 8" descr="Azure App Service · GitHub">
            <a:extLst>
              <a:ext uri="{FF2B5EF4-FFF2-40B4-BE49-F238E27FC236}">
                <a16:creationId xmlns:a16="http://schemas.microsoft.com/office/drawing/2014/main" id="{AACB58EC-D67C-4D08-B8A0-A00F90EC2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050" y="4806235"/>
            <a:ext cx="773767" cy="77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Microsoft Azure Gets A New Logo And A Manifesto | Build5Nines">
            <a:extLst>
              <a:ext uri="{FF2B5EF4-FFF2-40B4-BE49-F238E27FC236}">
                <a16:creationId xmlns:a16="http://schemas.microsoft.com/office/drawing/2014/main" id="{3831D582-60F1-458A-8D7C-3CD23A73C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750" y="395468"/>
            <a:ext cx="682768" cy="50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680B02-256A-4154-A6C1-2F0CCE93278C}"/>
              </a:ext>
            </a:extLst>
          </p:cNvPr>
          <p:cNvCxnSpPr>
            <a:cxnSpLocks/>
          </p:cNvCxnSpPr>
          <p:nvPr/>
        </p:nvCxnSpPr>
        <p:spPr>
          <a:xfrm flipV="1">
            <a:off x="3241680" y="1447796"/>
            <a:ext cx="2609512" cy="1403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6CBDC38-97A4-4578-9013-CEB4762F205A}"/>
              </a:ext>
            </a:extLst>
          </p:cNvPr>
          <p:cNvSpPr txBox="1"/>
          <p:nvPr/>
        </p:nvSpPr>
        <p:spPr>
          <a:xfrm rot="19863082">
            <a:off x="3027853" y="1891770"/>
            <a:ext cx="249906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Certificate</a:t>
            </a:r>
            <a:r>
              <a:rPr lang="en-US" sz="1100" dirty="0"/>
              <a:t> based </a:t>
            </a:r>
            <a:r>
              <a:rPr lang="en-US" sz="1200" dirty="0"/>
              <a:t>authentication</a:t>
            </a:r>
            <a:r>
              <a:rPr lang="en-US" sz="1100" dirty="0"/>
              <a:t>  for KV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6FEC53-06FB-498F-BE3D-2153C217783B}"/>
              </a:ext>
            </a:extLst>
          </p:cNvPr>
          <p:cNvCxnSpPr>
            <a:cxnSpLocks/>
          </p:cNvCxnSpPr>
          <p:nvPr/>
        </p:nvCxnSpPr>
        <p:spPr>
          <a:xfrm flipH="1">
            <a:off x="3178003" y="1769272"/>
            <a:ext cx="2730829" cy="1430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CC55D74-1A7C-40B6-B1C1-E68241B7FB66}"/>
              </a:ext>
            </a:extLst>
          </p:cNvPr>
          <p:cNvSpPr txBox="1"/>
          <p:nvPr/>
        </p:nvSpPr>
        <p:spPr>
          <a:xfrm rot="19902023">
            <a:off x="3216386" y="2289674"/>
            <a:ext cx="231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Retrieve client secret based on </a:t>
            </a:r>
            <a:r>
              <a:rPr lang="en-US" sz="1200" dirty="0">
                <a:solidFill>
                  <a:srgbClr val="FF0000"/>
                </a:solidFill>
              </a:rPr>
              <a:t>Tenant’s Functional ID 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7B2C235-C575-4903-815E-8DAB788BC385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3175359" y="3469109"/>
            <a:ext cx="2610209" cy="48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24D2D25-C8A7-496B-82BB-5E3BEDAF1867}"/>
              </a:ext>
            </a:extLst>
          </p:cNvPr>
          <p:cNvCxnSpPr>
            <a:cxnSpLocks/>
          </p:cNvCxnSpPr>
          <p:nvPr/>
        </p:nvCxnSpPr>
        <p:spPr>
          <a:xfrm flipH="1">
            <a:off x="3167702" y="3698124"/>
            <a:ext cx="2601531" cy="35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F0DA5BA-4531-4599-96E9-ECDED3C664FE}"/>
              </a:ext>
            </a:extLst>
          </p:cNvPr>
          <p:cNvSpPr txBox="1"/>
          <p:nvPr/>
        </p:nvSpPr>
        <p:spPr>
          <a:xfrm>
            <a:off x="3461687" y="3059488"/>
            <a:ext cx="2789630" cy="47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Generate Azure AD token </a:t>
            </a:r>
          </a:p>
          <a:p>
            <a:pPr algn="l"/>
            <a:r>
              <a:rPr lang="en-US" sz="1200" dirty="0"/>
              <a:t>( ClientID + Client Secret)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91E816-ABF8-48F7-AFE6-F25CBB3763E0}"/>
              </a:ext>
            </a:extLst>
          </p:cNvPr>
          <p:cNvSpPr txBox="1"/>
          <p:nvPr/>
        </p:nvSpPr>
        <p:spPr>
          <a:xfrm>
            <a:off x="3755924" y="3747631"/>
            <a:ext cx="1551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Acquire token  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A9BF028-807A-410F-8BA5-43F2C2AC096B}"/>
              </a:ext>
            </a:extLst>
          </p:cNvPr>
          <p:cNvCxnSpPr>
            <a:cxnSpLocks/>
          </p:cNvCxnSpPr>
          <p:nvPr/>
        </p:nvCxnSpPr>
        <p:spPr>
          <a:xfrm>
            <a:off x="3231340" y="5271572"/>
            <a:ext cx="2630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73A9DB6-5E6A-42A6-886A-6456E74BCF17}"/>
              </a:ext>
            </a:extLst>
          </p:cNvPr>
          <p:cNvSpPr txBox="1"/>
          <p:nvPr/>
        </p:nvSpPr>
        <p:spPr>
          <a:xfrm>
            <a:off x="3240565" y="5299950"/>
            <a:ext cx="2528667" cy="27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Invoke GRID API call with token </a:t>
            </a:r>
          </a:p>
        </p:txBody>
      </p:sp>
      <p:pic>
        <p:nvPicPr>
          <p:cNvPr id="80" name="Picture 14" descr="Computer Icons Public key certificate Academic certificate Symbol,  certificate, blue, angle png | PNGEgg">
            <a:extLst>
              <a:ext uri="{FF2B5EF4-FFF2-40B4-BE49-F238E27FC236}">
                <a16:creationId xmlns:a16="http://schemas.microsoft.com/office/drawing/2014/main" id="{68647240-2409-49B9-86DC-4FCD89690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17" y="3970841"/>
            <a:ext cx="579320" cy="32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96DCA205-0BE2-45BD-9C22-99F8AE4BF1A9}"/>
              </a:ext>
            </a:extLst>
          </p:cNvPr>
          <p:cNvSpPr/>
          <p:nvPr/>
        </p:nvSpPr>
        <p:spPr>
          <a:xfrm>
            <a:off x="344541" y="4644045"/>
            <a:ext cx="3100902" cy="1051107"/>
          </a:xfrm>
          <a:prstGeom prst="rect">
            <a:avLst/>
          </a:prstGeom>
          <a:ln>
            <a:prstDash val="dash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l"/>
            <a:r>
              <a:rPr lang="en-US" sz="1600" dirty="0">
                <a:solidFill>
                  <a:srgbClr val="002060"/>
                </a:solidFill>
              </a:rPr>
              <a:t>Tenant DXC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EEE47F37-0246-4301-9715-46189A14BA18}"/>
              </a:ext>
            </a:extLst>
          </p:cNvPr>
          <p:cNvSpPr/>
          <p:nvPr/>
        </p:nvSpPr>
        <p:spPr>
          <a:xfrm>
            <a:off x="591742" y="4963679"/>
            <a:ext cx="2610209" cy="66006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Tenant  API</a:t>
            </a:r>
          </a:p>
        </p:txBody>
      </p:sp>
      <p:pic>
        <p:nvPicPr>
          <p:cNvPr id="95" name="Picture 4" descr="See the source image">
            <a:extLst>
              <a:ext uri="{FF2B5EF4-FFF2-40B4-BE49-F238E27FC236}">
                <a16:creationId xmlns:a16="http://schemas.microsoft.com/office/drawing/2014/main" id="{F6EDAAE4-DE57-4EC0-B953-83E4B6B8D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073" y="4962607"/>
            <a:ext cx="695935" cy="66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2BABD75-57D5-4D87-8308-446D61F8A99D}"/>
              </a:ext>
            </a:extLst>
          </p:cNvPr>
          <p:cNvCxnSpPr>
            <a:cxnSpLocks/>
          </p:cNvCxnSpPr>
          <p:nvPr/>
        </p:nvCxnSpPr>
        <p:spPr>
          <a:xfrm flipV="1">
            <a:off x="1740122" y="3958342"/>
            <a:ext cx="1" cy="1004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F7BA8DC-D0AB-4006-A655-005BA7502E19}"/>
              </a:ext>
            </a:extLst>
          </p:cNvPr>
          <p:cNvCxnSpPr>
            <a:cxnSpLocks/>
          </p:cNvCxnSpPr>
          <p:nvPr/>
        </p:nvCxnSpPr>
        <p:spPr>
          <a:xfrm>
            <a:off x="2838460" y="3987158"/>
            <a:ext cx="0" cy="975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833B769-2535-48FC-B598-3F04A632F8DC}"/>
              </a:ext>
            </a:extLst>
          </p:cNvPr>
          <p:cNvSpPr txBox="1"/>
          <p:nvPr/>
        </p:nvSpPr>
        <p:spPr>
          <a:xfrm>
            <a:off x="591743" y="4168121"/>
            <a:ext cx="1649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Authorize tenant + Request  token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03C6B1-3AFF-4281-A713-736187ED4593}"/>
              </a:ext>
            </a:extLst>
          </p:cNvPr>
          <p:cNvSpPr txBox="1"/>
          <p:nvPr/>
        </p:nvSpPr>
        <p:spPr>
          <a:xfrm>
            <a:off x="2548908" y="4188016"/>
            <a:ext cx="1326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Return token to tenant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2C1BC5-B3F3-4213-8CC6-8D91E4DD53B7}"/>
              </a:ext>
            </a:extLst>
          </p:cNvPr>
          <p:cNvSpPr/>
          <p:nvPr/>
        </p:nvSpPr>
        <p:spPr>
          <a:xfrm>
            <a:off x="1740123" y="4677939"/>
            <a:ext cx="415906" cy="2382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5B912BC-662C-4EF4-9998-CB9B58C9A029}"/>
              </a:ext>
            </a:extLst>
          </p:cNvPr>
          <p:cNvSpPr/>
          <p:nvPr/>
        </p:nvSpPr>
        <p:spPr>
          <a:xfrm>
            <a:off x="3740842" y="1730727"/>
            <a:ext cx="415906" cy="2382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1275DC-D70F-401E-B502-9AE1089AAB83}"/>
              </a:ext>
            </a:extLst>
          </p:cNvPr>
          <p:cNvSpPr/>
          <p:nvPr/>
        </p:nvSpPr>
        <p:spPr>
          <a:xfrm>
            <a:off x="5255439" y="2110219"/>
            <a:ext cx="314861" cy="2744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115777C-1A0E-4F83-BA81-1342C229E02F}"/>
              </a:ext>
            </a:extLst>
          </p:cNvPr>
          <p:cNvSpPr/>
          <p:nvPr/>
        </p:nvSpPr>
        <p:spPr>
          <a:xfrm>
            <a:off x="5353326" y="3127047"/>
            <a:ext cx="415906" cy="2382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7681DF6-2249-4A74-9322-9034821DC5EB}"/>
              </a:ext>
            </a:extLst>
          </p:cNvPr>
          <p:cNvSpPr/>
          <p:nvPr/>
        </p:nvSpPr>
        <p:spPr>
          <a:xfrm>
            <a:off x="3572555" y="3783596"/>
            <a:ext cx="415906" cy="2382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6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8F607E-D0BD-42C9-B335-B573ED520CAE}"/>
              </a:ext>
            </a:extLst>
          </p:cNvPr>
          <p:cNvSpPr/>
          <p:nvPr/>
        </p:nvSpPr>
        <p:spPr>
          <a:xfrm>
            <a:off x="2933074" y="4577693"/>
            <a:ext cx="348654" cy="2382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439502C-3C4A-4378-82EC-0BC3FA22D9E8}"/>
              </a:ext>
            </a:extLst>
          </p:cNvPr>
          <p:cNvSpPr/>
          <p:nvPr/>
        </p:nvSpPr>
        <p:spPr>
          <a:xfrm>
            <a:off x="3617203" y="4904227"/>
            <a:ext cx="415906" cy="2382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38CF82-ABCF-4CC3-B15E-7F5C19FD91B6}"/>
              </a:ext>
            </a:extLst>
          </p:cNvPr>
          <p:cNvSpPr txBox="1"/>
          <p:nvPr/>
        </p:nvSpPr>
        <p:spPr>
          <a:xfrm>
            <a:off x="6076114" y="4174392"/>
            <a:ext cx="2528667" cy="27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Validate Azure AD token 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8DC078-034C-464B-B922-5937C67D31E4}"/>
              </a:ext>
            </a:extLst>
          </p:cNvPr>
          <p:cNvCxnSpPr>
            <a:cxnSpLocks/>
            <a:stCxn id="38" idx="0"/>
            <a:endCxn id="27" idx="2"/>
          </p:cNvCxnSpPr>
          <p:nvPr/>
        </p:nvCxnSpPr>
        <p:spPr>
          <a:xfrm flipH="1" flipV="1">
            <a:off x="7219921" y="3946480"/>
            <a:ext cx="6432" cy="74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B91E667-4CDC-4EF5-AE78-BE74337F338A}"/>
              </a:ext>
            </a:extLst>
          </p:cNvPr>
          <p:cNvSpPr/>
          <p:nvPr/>
        </p:nvSpPr>
        <p:spPr>
          <a:xfrm>
            <a:off x="7339799" y="4446954"/>
            <a:ext cx="415906" cy="2382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44546A"/>
                </a:solidFill>
                <a:latin typeface="Calibri" panose="020F0502020204030204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937565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Custom Design">
  <a:themeElements>
    <a:clrScheme name="final metlife">
      <a:dk1>
        <a:srgbClr val="000000"/>
      </a:dk1>
      <a:lt1>
        <a:srgbClr val="FFFFFF"/>
      </a:lt1>
      <a:dk2>
        <a:srgbClr val="00ACA0"/>
      </a:dk2>
      <a:lt2>
        <a:srgbClr val="5F259F"/>
      </a:lt2>
      <a:accent1>
        <a:srgbClr val="0090DA"/>
      </a:accent1>
      <a:accent2>
        <a:srgbClr val="0061A0"/>
      </a:accent2>
      <a:accent3>
        <a:srgbClr val="A4CE4E"/>
      </a:accent3>
      <a:accent4>
        <a:srgbClr val="75787B"/>
      </a:accent4>
      <a:accent5>
        <a:srgbClr val="A7A8AA"/>
      </a:accent5>
      <a:accent6>
        <a:srgbClr val="DB0A5B"/>
      </a:accent6>
      <a:hlink>
        <a:srgbClr val="D9D9D6"/>
      </a:hlink>
      <a:folHlink>
        <a:srgbClr val="F2F2F2"/>
      </a:folHlink>
    </a:clrScheme>
    <a:fontScheme name="metlife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>
            <a:fillRect t="-16" b="-16"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4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87041FC374BF4C81CF4EA321830A58" ma:contentTypeVersion="6" ma:contentTypeDescription="Create a new document." ma:contentTypeScope="" ma:versionID="b3bbe9a45b2c1d8ffc3c19e0c1d6b83e">
  <xsd:schema xmlns:xsd="http://www.w3.org/2001/XMLSchema" xmlns:xs="http://www.w3.org/2001/XMLSchema" xmlns:p="http://schemas.microsoft.com/office/2006/metadata/properties" xmlns:ns3="d18c1617-1ac8-4b22-9cef-b2ac240d88cb" xmlns:ns4="231bea77-3ab3-4d0b-a8cd-245e17b67add" targetNamespace="http://schemas.microsoft.com/office/2006/metadata/properties" ma:root="true" ma:fieldsID="85322c2efe573489f738000e605ab935" ns3:_="" ns4:_="">
    <xsd:import namespace="d18c1617-1ac8-4b22-9cef-b2ac240d88cb"/>
    <xsd:import namespace="231bea77-3ab3-4d0b-a8cd-245e17b67add"/>
    <xsd:element name="properties">
      <xsd:complexType>
        <xsd:sequence>
          <xsd:element name="documentManagement">
            <xsd:complexType>
              <xsd:all>
                <xsd:element ref="ns3:TaxKeywordTaxHTField" minOccurs="0"/>
                <xsd:element ref="ns3:TaxCatchAll" minOccurs="0"/>
                <xsd:element ref="ns3:TaxCatchAllLabel" minOccurs="0"/>
                <xsd:element ref="ns3:hae69c9a3b974f6ea09ed5059cd93782" minOccurs="0"/>
                <xsd:element ref="ns3:aa413b61045448e6bc230aa29a84eb0b" minOccurs="0"/>
                <xsd:element ref="ns3:o2a67a7f239d463099c84f831d9f71a7" minOccurs="0"/>
                <xsd:element ref="ns3:pc3a60732cff4bd6a1032848edf6a57b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8c1617-1ac8-4b22-9cef-b2ac240d88cb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Enterprise Keywords" ma:fieldId="{23f27201-bee3-471e-b2e7-b64fd8b7ca38}" ma:taxonomyMulti="true" ma:sspId="f5af0f96-557c-40e5-b74f-4de88d247c44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3c14c606-45b0-4553-8bbd-2f23e11ac720}" ma:internalName="TaxCatchAll" ma:showField="CatchAllData" ma:web="4ebe6ab8-f369-4e5a-b868-15d7823cd1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3c14c606-45b0-4553-8bbd-2f23e11ac720}" ma:internalName="TaxCatchAllLabel" ma:readOnly="true" ma:showField="CatchAllDataLabel" ma:web="4ebe6ab8-f369-4e5a-b868-15d7823cd1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ae69c9a3b974f6ea09ed5059cd93782" ma:index="12" nillable="true" ma:taxonomy="true" ma:internalName="hae69c9a3b974f6ea09ed5059cd93782" ma:taxonomyFieldName="ML_Geography" ma:displayName="Geography" ma:fieldId="{1ae69c9a-3b97-4f6e-a09e-d5059cd93782}" ma:taxonomyMulti="true" ma:sspId="f5af0f96-557c-40e5-b74f-4de88d247c44" ma:termSetId="f4bc552d-80e9-412b-b8d4-dc34d9eb862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413b61045448e6bc230aa29a84eb0b" ma:index="14" nillable="true" ma:taxonomy="true" ma:internalName="aa413b61045448e6bc230aa29a84eb0b" ma:taxonomyFieldName="ML_LineOfBusiness" ma:displayName="Line of Business" ma:fieldId="{aa413b61-0454-48e6-bc23-0aa29a84eb0b}" ma:taxonomyMulti="true" ma:sspId="f5af0f96-557c-40e5-b74f-4de88d247c44" ma:termSetId="46c83da5-9adb-4a6d-91e4-77f5077fc7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2a67a7f239d463099c84f831d9f71a7" ma:index="16" nillable="true" ma:taxonomy="true" ma:internalName="o2a67a7f239d463099c84f831d9f71a7" ma:taxonomyFieldName="ML_OfficeLocation" ma:displayName="Office Location" ma:fieldId="{82a67a7f-239d-4630-99c8-4f831d9f71a7}" ma:taxonomyMulti="true" ma:sspId="f5af0f96-557c-40e5-b74f-4de88d247c44" ma:termSetId="441ea418-53ba-4ba6-ade2-cf7ca33080f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c3a60732cff4bd6a1032848edf6a57b" ma:index="18" nillable="true" ma:taxonomy="true" ma:internalName="pc3a60732cff4bd6a1032848edf6a57b" ma:taxonomyFieldName="ML_Roles" ma:displayName="Roles" ma:fieldId="{9c3a6073-2cff-4bd6-a103-2848edf6a57b}" ma:taxonomyMulti="true" ma:sspId="f5af0f96-557c-40e5-b74f-4de88d247c44" ma:termSetId="79b653d6-6741-48c0-b5a8-f7c31de24a4b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bea77-3ab3-4d0b-a8cd-245e17b67a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f5af0f96-557c-40e5-b74f-4de88d247c44" ContentTypeId="0x0101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c3a60732cff4bd6a1032848edf6a57b xmlns="d18c1617-1ac8-4b22-9cef-b2ac240d88cb">
      <Terms xmlns="http://schemas.microsoft.com/office/infopath/2007/PartnerControls"/>
    </pc3a60732cff4bd6a1032848edf6a57b>
    <TaxKeywordTaxHTField xmlns="d18c1617-1ac8-4b22-9cef-b2ac240d88cb">
      <Terms xmlns="http://schemas.microsoft.com/office/infopath/2007/PartnerControls"/>
    </TaxKeywordTaxHTField>
    <aa413b61045448e6bc230aa29a84eb0b xmlns="d18c1617-1ac8-4b22-9cef-b2ac240d88cb">
      <Terms xmlns="http://schemas.microsoft.com/office/infopath/2007/PartnerControls"/>
    </aa413b61045448e6bc230aa29a84eb0b>
    <hae69c9a3b974f6ea09ed5059cd93782 xmlns="d18c1617-1ac8-4b22-9cef-b2ac240d88cb">
      <Terms xmlns="http://schemas.microsoft.com/office/infopath/2007/PartnerControls"/>
    </hae69c9a3b974f6ea09ed5059cd93782>
    <o2a67a7f239d463099c84f831d9f71a7 xmlns="d18c1617-1ac8-4b22-9cef-b2ac240d88cb">
      <Terms xmlns="http://schemas.microsoft.com/office/infopath/2007/PartnerControls"/>
    </o2a67a7f239d463099c84f831d9f71a7>
    <TaxCatchAll xmlns="d18c1617-1ac8-4b22-9cef-b2ac240d88cb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E4CD14-9136-4D9C-A4F8-766DBDBD8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8c1617-1ac8-4b22-9cef-b2ac240d88cb"/>
    <ds:schemaRef ds:uri="231bea77-3ab3-4d0b-a8cd-245e17b67a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34E3AC-BF14-45D6-98F6-FD6170B07EE4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60D3409F-22FA-4247-B0FD-E7C2B4643EEB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d18c1617-1ac8-4b22-9cef-b2ac240d88cb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231bea77-3ab3-4d0b-a8cd-245e17b67add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7763D3BB-12B6-47AE-A5B2-C02B4D6693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83</Words>
  <Application>Microsoft Office PowerPoint</Application>
  <PresentationFormat>Letter Paper (8.5x11 in)</PresentationFormat>
  <Paragraphs>30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Georgia</vt:lpstr>
      <vt:lpstr>Wingdings</vt:lpstr>
      <vt:lpstr>Custom Design</vt:lpstr>
      <vt:lpstr>think-cell Slide</vt:lpstr>
      <vt:lpstr>Azure AD token Authentication approach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Orchestration Framework - PROOF</dc:title>
  <dc:creator>Madhu, Swapna</dc:creator>
  <cp:lastModifiedBy>Chauhan, Jatin</cp:lastModifiedBy>
  <cp:revision>29</cp:revision>
  <dcterms:created xsi:type="dcterms:W3CDTF">2021-01-29T11:01:35Z</dcterms:created>
  <dcterms:modified xsi:type="dcterms:W3CDTF">2021-02-02T18:22:58Z</dcterms:modified>
</cp:coreProperties>
</file>